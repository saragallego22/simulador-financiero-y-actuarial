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585" r:id="rId4"/>
    <p:sldMasterId id="2147494622" r:id="rId5"/>
    <p:sldMasterId id="2147494642" r:id="rId6"/>
  </p:sldMasterIdLst>
  <p:notesMasterIdLst>
    <p:notesMasterId r:id="rId49"/>
  </p:notesMasterIdLst>
  <p:handoutMasterIdLst>
    <p:handoutMasterId r:id="rId50"/>
  </p:handoutMasterIdLst>
  <p:sldIdLst>
    <p:sldId id="501" r:id="rId7"/>
    <p:sldId id="405" r:id="rId8"/>
    <p:sldId id="417" r:id="rId9"/>
    <p:sldId id="539" r:id="rId10"/>
    <p:sldId id="562" r:id="rId11"/>
    <p:sldId id="563" r:id="rId12"/>
    <p:sldId id="406" r:id="rId13"/>
    <p:sldId id="544" r:id="rId14"/>
    <p:sldId id="545" r:id="rId15"/>
    <p:sldId id="407" r:id="rId16"/>
    <p:sldId id="546" r:id="rId17"/>
    <p:sldId id="541" r:id="rId18"/>
    <p:sldId id="542" r:id="rId19"/>
    <p:sldId id="408" r:id="rId20"/>
    <p:sldId id="543" r:id="rId21"/>
    <p:sldId id="540" r:id="rId22"/>
    <p:sldId id="409" r:id="rId23"/>
    <p:sldId id="410" r:id="rId24"/>
    <p:sldId id="411" r:id="rId25"/>
    <p:sldId id="564" r:id="rId26"/>
    <p:sldId id="565" r:id="rId27"/>
    <p:sldId id="566" r:id="rId28"/>
    <p:sldId id="567" r:id="rId29"/>
    <p:sldId id="568" r:id="rId30"/>
    <p:sldId id="569" r:id="rId31"/>
    <p:sldId id="570" r:id="rId32"/>
    <p:sldId id="414" r:id="rId33"/>
    <p:sldId id="552" r:id="rId34"/>
    <p:sldId id="553" r:id="rId35"/>
    <p:sldId id="548" r:id="rId36"/>
    <p:sldId id="554" r:id="rId37"/>
    <p:sldId id="555" r:id="rId38"/>
    <p:sldId id="551" r:id="rId39"/>
    <p:sldId id="556" r:id="rId40"/>
    <p:sldId id="557" r:id="rId41"/>
    <p:sldId id="549" r:id="rId42"/>
    <p:sldId id="558" r:id="rId43"/>
    <p:sldId id="559" r:id="rId44"/>
    <p:sldId id="550" r:id="rId45"/>
    <p:sldId id="560" r:id="rId46"/>
    <p:sldId id="561" r:id="rId47"/>
    <p:sldId id="487" r:id="rId48"/>
  </p:sldIdLst>
  <p:sldSz cx="12188825" cy="6858000"/>
  <p:notesSz cx="6858000" cy="9144000"/>
  <p:defaultTextStyle>
    <a:defPPr>
      <a:defRPr lang="en-US"/>
    </a:defPPr>
    <a:lvl1pPr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8013" indent="-1508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7613" indent="-3032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5625" indent="-4540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5225" indent="-6064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FF"/>
    <a:srgbClr val="3F6CEE"/>
    <a:srgbClr val="26318C"/>
    <a:srgbClr val="48B6D5"/>
    <a:srgbClr val="00B2A9"/>
    <a:srgbClr val="9CDBD9"/>
    <a:srgbClr val="64CCC9"/>
    <a:srgbClr val="71C5E8"/>
    <a:srgbClr val="41B6E6"/>
    <a:srgbClr val="7BA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23" autoAdjust="0"/>
    <p:restoredTop sz="95735" autoAdjust="0"/>
  </p:normalViewPr>
  <p:slideViewPr>
    <p:cSldViewPr snapToGrid="0" snapToObjects="1">
      <p:cViewPr varScale="1">
        <p:scale>
          <a:sx n="66" d="100"/>
          <a:sy n="66" d="100"/>
        </p:scale>
        <p:origin x="748" y="27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9" d="100"/>
          <a:sy n="99" d="100"/>
        </p:scale>
        <p:origin x="30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8" Type="http://schemas.openxmlformats.org/officeDocument/2006/relationships/slide" Target="slides/slide2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a Catalina Cardona Villa" userId="04467825-acb2-44a5-b9ca-cb2fee481eaf" providerId="ADAL" clId="{AB664BBA-DE51-427E-83D0-5BE36CC828E7}"/>
    <pc:docChg chg="modSld">
      <pc:chgData name="Leandra Catalina Cardona Villa" userId="04467825-acb2-44a5-b9ca-cb2fee481eaf" providerId="ADAL" clId="{AB664BBA-DE51-427E-83D0-5BE36CC828E7}" dt="2026-02-01T15:16:28.534" v="2" actId="1036"/>
      <pc:docMkLst>
        <pc:docMk/>
      </pc:docMkLst>
      <pc:sldChg chg="modSp mod">
        <pc:chgData name="Leandra Catalina Cardona Villa" userId="04467825-acb2-44a5-b9ca-cb2fee481eaf" providerId="ADAL" clId="{AB664BBA-DE51-427E-83D0-5BE36CC828E7}" dt="2026-01-30T18:22:56.485" v="1" actId="1035"/>
        <pc:sldMkLst>
          <pc:docMk/>
          <pc:sldMk cId="219401601" sldId="407"/>
        </pc:sldMkLst>
        <pc:picChg chg="mod">
          <ac:chgData name="Leandra Catalina Cardona Villa" userId="04467825-acb2-44a5-b9ca-cb2fee481eaf" providerId="ADAL" clId="{AB664BBA-DE51-427E-83D0-5BE36CC828E7}" dt="2026-01-30T18:22:56.485" v="1" actId="1035"/>
          <ac:picMkLst>
            <pc:docMk/>
            <pc:sldMk cId="219401601" sldId="407"/>
            <ac:picMk id="16" creationId="{FE6B5333-8D0D-F447-AB6E-2EB706144C11}"/>
          </ac:picMkLst>
        </pc:picChg>
      </pc:sldChg>
      <pc:sldChg chg="modSp mod">
        <pc:chgData name="Leandra Catalina Cardona Villa" userId="04467825-acb2-44a5-b9ca-cb2fee481eaf" providerId="ADAL" clId="{AB664BBA-DE51-427E-83D0-5BE36CC828E7}" dt="2026-02-01T15:16:28.534" v="2" actId="1036"/>
        <pc:sldMkLst>
          <pc:docMk/>
          <pc:sldMk cId="1835617416" sldId="542"/>
        </pc:sldMkLst>
        <pc:picChg chg="mod">
          <ac:chgData name="Leandra Catalina Cardona Villa" userId="04467825-acb2-44a5-b9ca-cb2fee481eaf" providerId="ADAL" clId="{AB664BBA-DE51-427E-83D0-5BE36CC828E7}" dt="2026-02-01T15:16:28.534" v="2" actId="1036"/>
          <ac:picMkLst>
            <pc:docMk/>
            <pc:sldMk cId="1835617416" sldId="542"/>
            <ac:picMk id="7" creationId="{01AAD5BB-07C4-8F46-998A-618FB986B989}"/>
          </ac:picMkLst>
        </pc:picChg>
      </pc:sldChg>
      <pc:sldChg chg="modSp mod">
        <pc:chgData name="Leandra Catalina Cardona Villa" userId="04467825-acb2-44a5-b9ca-cb2fee481eaf" providerId="ADAL" clId="{AB664BBA-DE51-427E-83D0-5BE36CC828E7}" dt="2026-01-30T18:22:25.471" v="0" actId="1035"/>
        <pc:sldMkLst>
          <pc:docMk/>
          <pc:sldMk cId="2897417402" sldId="543"/>
        </pc:sldMkLst>
        <pc:picChg chg="mod">
          <ac:chgData name="Leandra Catalina Cardona Villa" userId="04467825-acb2-44a5-b9ca-cb2fee481eaf" providerId="ADAL" clId="{AB664BBA-DE51-427E-83D0-5BE36CC828E7}" dt="2026-01-30T18:22:25.471" v="0" actId="1035"/>
          <ac:picMkLst>
            <pc:docMk/>
            <pc:sldMk cId="2897417402" sldId="543"/>
            <ac:picMk id="9" creationId="{72652C64-09DE-FC4E-A315-6453526803F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C3FEF5C1-BBCC-3D42-B35E-B39626702928}" type="datetime1">
              <a:rPr lang="en-US"/>
              <a:pPr>
                <a:defRPr/>
              </a:pPr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8A150AC2-2CAD-684B-9F3A-46AC5E45B09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97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D61C9CD6-F72A-9E47-BFED-E6FD178FFA7B}" type="datetime1">
              <a:rPr lang="en-US"/>
              <a:pPr>
                <a:defRPr/>
              </a:pPr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54687C-0F63-C543-8A00-A10F948442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710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6080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2176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8256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4352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304426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3119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1973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082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2029E8-52B9-9949-9777-FDF61DDA9F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893"/>
            <a:ext cx="12188824" cy="6856214"/>
          </a:xfrm>
          <a:prstGeom prst="rect">
            <a:avLst/>
          </a:prstGeom>
        </p:spPr>
      </p:pic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CC5D676D-ACDE-0E43-8D48-A8BDE56D7E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8756" y="5232652"/>
            <a:ext cx="5774377" cy="1096896"/>
          </a:xfrm>
          <a:prstGeom prst="rect">
            <a:avLst/>
          </a:prstGeom>
        </p:spPr>
        <p:txBody>
          <a:bodyPr anchor="t"/>
          <a:lstStyle>
            <a:lvl1pPr marL="0" indent="0" defTabSz="608400"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Mes 2020 o nombre del producto</a:t>
            </a:r>
            <a:endParaRPr lang="es-CO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756" y="3368728"/>
            <a:ext cx="5774378" cy="1701186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6922AE-9161-AB4D-BE85-B9B285FC8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28638" y="250073"/>
            <a:ext cx="1023348" cy="3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8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 pie de pá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20B320D-32DC-9848-968D-35D2DB81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227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1E90BB-CDF3-1E44-946F-07E7D5F9F7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893"/>
            <a:ext cx="12188824" cy="6856214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1591" y="2862233"/>
            <a:ext cx="4788831" cy="854134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rgbClr val="006EFF"/>
                </a:solidFill>
              </a:defRPr>
            </a:lvl1pPr>
          </a:lstStyle>
          <a:p>
            <a:r>
              <a:rPr lang="es-ES" dirty="0"/>
              <a:t>Gracias</a:t>
            </a:r>
            <a:endParaRPr lang="es-CO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CC5D676D-ACDE-0E43-8D48-A8BDE56D7E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61591" y="3966775"/>
            <a:ext cx="4788831" cy="743513"/>
          </a:xfrm>
          <a:prstGeom prst="rect">
            <a:avLst/>
          </a:prstGeom>
        </p:spPr>
        <p:txBody>
          <a:bodyPr anchor="t"/>
          <a:lstStyle>
            <a:lvl1pPr marL="0" indent="0" algn="l" defTabSz="608400">
              <a:spcBef>
                <a:spcPts val="0"/>
              </a:spcBef>
              <a:defRPr sz="1600">
                <a:solidFill>
                  <a:srgbClr val="26318C"/>
                </a:solidFill>
              </a:defRPr>
            </a:lvl1pPr>
          </a:lstStyle>
          <a:p>
            <a:r>
              <a:rPr lang="es-ES" dirty="0"/>
              <a:t>Mes 2020 o Nombre del presentador</a:t>
            </a:r>
            <a:endParaRPr lang="es-CO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276A76-A5EE-1E47-AAF7-4C99DF488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28638" y="250073"/>
            <a:ext cx="1023348" cy="3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4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FF99415-B0C8-1241-95EA-F97AD3EB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5883"/>
            <a:ext cx="4700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658" r:id="rId1"/>
  </p:sldLayoutIdLst>
  <p:hf hdr="0"/>
  <p:txStyles>
    <p:titleStyle>
      <a:lvl1pPr algn="l" defTabSz="608013" rtl="0" eaLnBrk="1" fontAlgn="base" hangingPunct="1">
        <a:spcBef>
          <a:spcPct val="0"/>
        </a:spcBef>
        <a:spcAft>
          <a:spcPct val="0"/>
        </a:spcAft>
        <a:defRPr sz="2400" b="1" kern="1200" baseline="0">
          <a:solidFill>
            <a:srgbClr val="006EFF"/>
          </a:solidFill>
          <a:latin typeface="+mj-lt"/>
          <a:ea typeface="ＭＳ Ｐゴシック" charset="0"/>
          <a:cs typeface="ＭＳ Ｐゴシック" charset="0"/>
        </a:defRPr>
      </a:lvl1pPr>
      <a:lvl2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5pPr>
      <a:lvl6pPr marL="60885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6pPr>
      <a:lvl7pPr marL="1217706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7pPr>
      <a:lvl8pPr marL="1826560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8pPr>
      <a:lvl9pPr marL="243541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455613" indent="-455613" algn="l" defTabSz="608013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Font typeface="Arial" charset="0"/>
        <a:defRPr sz="1200" kern="1200">
          <a:solidFill>
            <a:srgbClr val="676767"/>
          </a:solidFill>
          <a:latin typeface="+mn-lt"/>
          <a:ea typeface="ＭＳ Ｐゴシック" charset="0"/>
          <a:cs typeface="ＭＳ Ｐゴシック" charset="0"/>
        </a:defRPr>
      </a:lvl1pPr>
      <a:lvl2pPr marL="230188" indent="-23018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E3E829"/>
        </a:buClr>
        <a:buSzPct val="120000"/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2pPr>
      <a:lvl3pPr marL="454025" indent="-22383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33A0"/>
        </a:buClr>
        <a:buFont typeface="Wingdings" charset="0"/>
        <a:buChar char="§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3pPr>
      <a:lvl4pPr marL="758825" indent="-303213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AEC7"/>
        </a:buClr>
        <a:buFont typeface="Lucida Grande" charset="0"/>
        <a:buChar char="‣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4pPr>
      <a:lvl5pPr marL="985838" indent="-225425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chemeClr val="accent1"/>
        </a:buClr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5pPr>
      <a:lvl6pPr marL="334869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7546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6399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525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6E033294-E20A-AA47-A8D0-B62AC301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365126"/>
            <a:ext cx="9868593" cy="6573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2FBA76FA-21EB-5F46-9018-EFFCCC39F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2996" y="6321761"/>
            <a:ext cx="1885605" cy="2327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5EE6A1E-C88A-0B48-8A5B-61028410C7CA}" type="datetime4">
              <a:rPr lang="es-CO" smtClean="0"/>
              <a:pPr/>
              <a:t>1 de febrero de 2026</a:t>
            </a:fld>
            <a:endParaRPr lang="es-CO" dirty="0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2FE7200A-99EF-EA40-B174-3212AC752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38601" y="6321761"/>
            <a:ext cx="6758246" cy="2327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CO" b="1"/>
              <a:t>SURA © Todos los derechos reservados – Título de la presentación</a:t>
            </a:r>
            <a:endParaRPr lang="es-CO" dirty="0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593B9A43-46F1-DC43-91C2-08BC2BA73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4410" y="6321139"/>
            <a:ext cx="458586" cy="23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30A641B-886D-DA4E-84EA-69B544B903E6}" type="slidenum">
              <a:rPr lang="es-CO" smtClean="0"/>
              <a:pPr/>
              <a:t>‹Nº›</a:t>
            </a:fld>
            <a:endParaRPr lang="es-C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E94DF5-992D-C74A-B626-60F728EF7B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28638" y="250073"/>
            <a:ext cx="1023348" cy="3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63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006E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FF99415-B0C8-1241-95EA-F97AD3EB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5883"/>
            <a:ext cx="4700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07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653" r:id="rId1"/>
  </p:sldLayoutIdLst>
  <p:hf hdr="0"/>
  <p:txStyles>
    <p:titleStyle>
      <a:lvl1pPr algn="l" defTabSz="608013" rtl="0" eaLnBrk="1" fontAlgn="base" hangingPunct="1">
        <a:spcBef>
          <a:spcPct val="0"/>
        </a:spcBef>
        <a:spcAft>
          <a:spcPct val="0"/>
        </a:spcAft>
        <a:defRPr sz="2400" b="1" kern="1200" baseline="0">
          <a:solidFill>
            <a:srgbClr val="006EFF"/>
          </a:solidFill>
          <a:latin typeface="+mj-lt"/>
          <a:ea typeface="ＭＳ Ｐゴシック" charset="0"/>
          <a:cs typeface="ＭＳ Ｐゴシック" charset="0"/>
        </a:defRPr>
      </a:lvl1pPr>
      <a:lvl2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5pPr>
      <a:lvl6pPr marL="60885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6pPr>
      <a:lvl7pPr marL="1217706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7pPr>
      <a:lvl8pPr marL="1826560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8pPr>
      <a:lvl9pPr marL="243541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455613" indent="-455613" algn="l" defTabSz="608013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Font typeface="Arial" charset="0"/>
        <a:defRPr sz="1200" kern="1200">
          <a:solidFill>
            <a:srgbClr val="676767"/>
          </a:solidFill>
          <a:latin typeface="+mn-lt"/>
          <a:ea typeface="ＭＳ Ｐゴシック" charset="0"/>
          <a:cs typeface="ＭＳ Ｐゴシック" charset="0"/>
        </a:defRPr>
      </a:lvl1pPr>
      <a:lvl2pPr marL="230188" indent="-23018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E3E829"/>
        </a:buClr>
        <a:buSzPct val="120000"/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2pPr>
      <a:lvl3pPr marL="454025" indent="-22383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33A0"/>
        </a:buClr>
        <a:buFont typeface="Wingdings" charset="0"/>
        <a:buChar char="§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3pPr>
      <a:lvl4pPr marL="758825" indent="-303213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AEC7"/>
        </a:buClr>
        <a:buFont typeface="Lucida Grande" charset="0"/>
        <a:buChar char="‣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4pPr>
      <a:lvl5pPr marL="985838" indent="-225425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chemeClr val="accent1"/>
        </a:buClr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5pPr>
      <a:lvl6pPr marL="334869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7546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6399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525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4.emf"/><Relationship Id="rId7" Type="http://schemas.openxmlformats.org/officeDocument/2006/relationships/image" Target="../media/image11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12" Type="http://schemas.openxmlformats.org/officeDocument/2006/relationships/image" Target="../media/image26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11" Type="http://schemas.openxmlformats.org/officeDocument/2006/relationships/image" Target="../media/image25.emf"/><Relationship Id="rId5" Type="http://schemas.openxmlformats.org/officeDocument/2006/relationships/image" Target="../media/image19.emf"/><Relationship Id="rId10" Type="http://schemas.openxmlformats.org/officeDocument/2006/relationships/image" Target="../media/image24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emf"/><Relationship Id="rId18" Type="http://schemas.openxmlformats.org/officeDocument/2006/relationships/image" Target="../media/image44.emf"/><Relationship Id="rId26" Type="http://schemas.openxmlformats.org/officeDocument/2006/relationships/image" Target="../media/image52.emf"/><Relationship Id="rId39" Type="http://schemas.openxmlformats.org/officeDocument/2006/relationships/image" Target="../media/image65.emf"/><Relationship Id="rId21" Type="http://schemas.openxmlformats.org/officeDocument/2006/relationships/image" Target="../media/image47.emf"/><Relationship Id="rId34" Type="http://schemas.openxmlformats.org/officeDocument/2006/relationships/image" Target="../media/image60.emf"/><Relationship Id="rId7" Type="http://schemas.openxmlformats.org/officeDocument/2006/relationships/image" Target="../media/image33.emf"/><Relationship Id="rId12" Type="http://schemas.openxmlformats.org/officeDocument/2006/relationships/image" Target="../media/image38.emf"/><Relationship Id="rId17" Type="http://schemas.openxmlformats.org/officeDocument/2006/relationships/image" Target="../media/image43.emf"/><Relationship Id="rId25" Type="http://schemas.openxmlformats.org/officeDocument/2006/relationships/image" Target="../media/image51.emf"/><Relationship Id="rId33" Type="http://schemas.openxmlformats.org/officeDocument/2006/relationships/image" Target="../media/image59.emf"/><Relationship Id="rId38" Type="http://schemas.openxmlformats.org/officeDocument/2006/relationships/image" Target="../media/image64.emf"/><Relationship Id="rId2" Type="http://schemas.openxmlformats.org/officeDocument/2006/relationships/image" Target="../media/image28.emf"/><Relationship Id="rId16" Type="http://schemas.openxmlformats.org/officeDocument/2006/relationships/image" Target="../media/image42.emf"/><Relationship Id="rId20" Type="http://schemas.openxmlformats.org/officeDocument/2006/relationships/image" Target="../media/image46.emf"/><Relationship Id="rId29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image" Target="../media/image37.emf"/><Relationship Id="rId24" Type="http://schemas.openxmlformats.org/officeDocument/2006/relationships/image" Target="../media/image50.emf"/><Relationship Id="rId32" Type="http://schemas.openxmlformats.org/officeDocument/2006/relationships/image" Target="../media/image58.emf"/><Relationship Id="rId37" Type="http://schemas.openxmlformats.org/officeDocument/2006/relationships/image" Target="../media/image63.emf"/><Relationship Id="rId40" Type="http://schemas.openxmlformats.org/officeDocument/2006/relationships/image" Target="../media/image66.emf"/><Relationship Id="rId5" Type="http://schemas.openxmlformats.org/officeDocument/2006/relationships/image" Target="../media/image31.emf"/><Relationship Id="rId15" Type="http://schemas.openxmlformats.org/officeDocument/2006/relationships/image" Target="../media/image41.emf"/><Relationship Id="rId23" Type="http://schemas.openxmlformats.org/officeDocument/2006/relationships/image" Target="../media/image49.emf"/><Relationship Id="rId28" Type="http://schemas.openxmlformats.org/officeDocument/2006/relationships/image" Target="../media/image54.emf"/><Relationship Id="rId36" Type="http://schemas.openxmlformats.org/officeDocument/2006/relationships/image" Target="../media/image62.emf"/><Relationship Id="rId10" Type="http://schemas.openxmlformats.org/officeDocument/2006/relationships/image" Target="../media/image36.emf"/><Relationship Id="rId19" Type="http://schemas.openxmlformats.org/officeDocument/2006/relationships/image" Target="../media/image45.emf"/><Relationship Id="rId31" Type="http://schemas.openxmlformats.org/officeDocument/2006/relationships/image" Target="../media/image57.emf"/><Relationship Id="rId4" Type="http://schemas.openxmlformats.org/officeDocument/2006/relationships/image" Target="../media/image30.emf"/><Relationship Id="rId9" Type="http://schemas.openxmlformats.org/officeDocument/2006/relationships/image" Target="../media/image35.emf"/><Relationship Id="rId14" Type="http://schemas.openxmlformats.org/officeDocument/2006/relationships/image" Target="../media/image40.emf"/><Relationship Id="rId22" Type="http://schemas.openxmlformats.org/officeDocument/2006/relationships/image" Target="../media/image48.emf"/><Relationship Id="rId27" Type="http://schemas.openxmlformats.org/officeDocument/2006/relationships/image" Target="../media/image53.emf"/><Relationship Id="rId30" Type="http://schemas.openxmlformats.org/officeDocument/2006/relationships/image" Target="../media/image56.emf"/><Relationship Id="rId35" Type="http://schemas.openxmlformats.org/officeDocument/2006/relationships/image" Target="../media/image61.emf"/><Relationship Id="rId8" Type="http://schemas.openxmlformats.org/officeDocument/2006/relationships/image" Target="../media/image34.emf"/><Relationship Id="rId3" Type="http://schemas.openxmlformats.org/officeDocument/2006/relationships/image" Target="../media/image2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image" Target="../media/image78.emf"/><Relationship Id="rId18" Type="http://schemas.openxmlformats.org/officeDocument/2006/relationships/image" Target="../media/image83.emf"/><Relationship Id="rId26" Type="http://schemas.openxmlformats.org/officeDocument/2006/relationships/image" Target="../media/image91.emf"/><Relationship Id="rId3" Type="http://schemas.openxmlformats.org/officeDocument/2006/relationships/image" Target="../media/image68.emf"/><Relationship Id="rId21" Type="http://schemas.openxmlformats.org/officeDocument/2006/relationships/image" Target="../media/image86.emf"/><Relationship Id="rId7" Type="http://schemas.openxmlformats.org/officeDocument/2006/relationships/image" Target="../media/image72.emf"/><Relationship Id="rId12" Type="http://schemas.openxmlformats.org/officeDocument/2006/relationships/image" Target="../media/image77.emf"/><Relationship Id="rId17" Type="http://schemas.openxmlformats.org/officeDocument/2006/relationships/image" Target="../media/image82.emf"/><Relationship Id="rId25" Type="http://schemas.openxmlformats.org/officeDocument/2006/relationships/image" Target="../media/image90.emf"/><Relationship Id="rId2" Type="http://schemas.openxmlformats.org/officeDocument/2006/relationships/image" Target="../media/image67.emf"/><Relationship Id="rId16" Type="http://schemas.openxmlformats.org/officeDocument/2006/relationships/image" Target="../media/image81.emf"/><Relationship Id="rId20" Type="http://schemas.openxmlformats.org/officeDocument/2006/relationships/image" Target="../media/image8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emf"/><Relationship Id="rId11" Type="http://schemas.openxmlformats.org/officeDocument/2006/relationships/image" Target="../media/image76.emf"/><Relationship Id="rId24" Type="http://schemas.openxmlformats.org/officeDocument/2006/relationships/image" Target="../media/image89.emf"/><Relationship Id="rId5" Type="http://schemas.openxmlformats.org/officeDocument/2006/relationships/image" Target="../media/image70.emf"/><Relationship Id="rId15" Type="http://schemas.openxmlformats.org/officeDocument/2006/relationships/image" Target="../media/image80.emf"/><Relationship Id="rId23" Type="http://schemas.openxmlformats.org/officeDocument/2006/relationships/image" Target="../media/image88.emf"/><Relationship Id="rId28" Type="http://schemas.openxmlformats.org/officeDocument/2006/relationships/image" Target="../media/image93.emf"/><Relationship Id="rId10" Type="http://schemas.openxmlformats.org/officeDocument/2006/relationships/image" Target="../media/image75.emf"/><Relationship Id="rId19" Type="http://schemas.openxmlformats.org/officeDocument/2006/relationships/image" Target="../media/image84.emf"/><Relationship Id="rId4" Type="http://schemas.openxmlformats.org/officeDocument/2006/relationships/image" Target="../media/image69.emf"/><Relationship Id="rId9" Type="http://schemas.openxmlformats.org/officeDocument/2006/relationships/image" Target="../media/image74.emf"/><Relationship Id="rId14" Type="http://schemas.openxmlformats.org/officeDocument/2006/relationships/image" Target="../media/image79.emf"/><Relationship Id="rId22" Type="http://schemas.openxmlformats.org/officeDocument/2006/relationships/image" Target="../media/image87.emf"/><Relationship Id="rId27" Type="http://schemas.openxmlformats.org/officeDocument/2006/relationships/image" Target="../media/image9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13" Type="http://schemas.openxmlformats.org/officeDocument/2006/relationships/image" Target="../media/image105.emf"/><Relationship Id="rId18" Type="http://schemas.openxmlformats.org/officeDocument/2006/relationships/image" Target="../media/image110.emf"/><Relationship Id="rId26" Type="http://schemas.openxmlformats.org/officeDocument/2006/relationships/image" Target="../media/image118.emf"/><Relationship Id="rId3" Type="http://schemas.openxmlformats.org/officeDocument/2006/relationships/image" Target="../media/image95.emf"/><Relationship Id="rId21" Type="http://schemas.openxmlformats.org/officeDocument/2006/relationships/image" Target="../media/image113.emf"/><Relationship Id="rId7" Type="http://schemas.openxmlformats.org/officeDocument/2006/relationships/image" Target="../media/image99.emf"/><Relationship Id="rId12" Type="http://schemas.openxmlformats.org/officeDocument/2006/relationships/image" Target="../media/image104.emf"/><Relationship Id="rId17" Type="http://schemas.openxmlformats.org/officeDocument/2006/relationships/image" Target="../media/image109.emf"/><Relationship Id="rId25" Type="http://schemas.openxmlformats.org/officeDocument/2006/relationships/image" Target="../media/image117.emf"/><Relationship Id="rId2" Type="http://schemas.openxmlformats.org/officeDocument/2006/relationships/image" Target="../media/image94.emf"/><Relationship Id="rId16" Type="http://schemas.openxmlformats.org/officeDocument/2006/relationships/image" Target="../media/image108.emf"/><Relationship Id="rId20" Type="http://schemas.openxmlformats.org/officeDocument/2006/relationships/image" Target="../media/image112.emf"/><Relationship Id="rId29" Type="http://schemas.openxmlformats.org/officeDocument/2006/relationships/image" Target="../media/image1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11" Type="http://schemas.openxmlformats.org/officeDocument/2006/relationships/image" Target="../media/image103.emf"/><Relationship Id="rId24" Type="http://schemas.openxmlformats.org/officeDocument/2006/relationships/image" Target="../media/image116.emf"/><Relationship Id="rId5" Type="http://schemas.openxmlformats.org/officeDocument/2006/relationships/image" Target="../media/image97.emf"/><Relationship Id="rId15" Type="http://schemas.openxmlformats.org/officeDocument/2006/relationships/image" Target="../media/image107.emf"/><Relationship Id="rId23" Type="http://schemas.openxmlformats.org/officeDocument/2006/relationships/image" Target="../media/image115.emf"/><Relationship Id="rId28" Type="http://schemas.openxmlformats.org/officeDocument/2006/relationships/image" Target="../media/image120.emf"/><Relationship Id="rId10" Type="http://schemas.openxmlformats.org/officeDocument/2006/relationships/image" Target="../media/image102.emf"/><Relationship Id="rId19" Type="http://schemas.openxmlformats.org/officeDocument/2006/relationships/image" Target="../media/image111.emf"/><Relationship Id="rId31" Type="http://schemas.openxmlformats.org/officeDocument/2006/relationships/image" Target="../media/image123.emf"/><Relationship Id="rId4" Type="http://schemas.openxmlformats.org/officeDocument/2006/relationships/image" Target="../media/image96.emf"/><Relationship Id="rId9" Type="http://schemas.openxmlformats.org/officeDocument/2006/relationships/image" Target="../media/image101.emf"/><Relationship Id="rId14" Type="http://schemas.openxmlformats.org/officeDocument/2006/relationships/image" Target="../media/image106.emf"/><Relationship Id="rId22" Type="http://schemas.openxmlformats.org/officeDocument/2006/relationships/image" Target="../media/image114.emf"/><Relationship Id="rId27" Type="http://schemas.openxmlformats.org/officeDocument/2006/relationships/image" Target="../media/image119.emf"/><Relationship Id="rId30" Type="http://schemas.openxmlformats.org/officeDocument/2006/relationships/image" Target="../media/image12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13" Type="http://schemas.openxmlformats.org/officeDocument/2006/relationships/image" Target="../media/image135.emf"/><Relationship Id="rId3" Type="http://schemas.openxmlformats.org/officeDocument/2006/relationships/image" Target="../media/image125.emf"/><Relationship Id="rId7" Type="http://schemas.openxmlformats.org/officeDocument/2006/relationships/image" Target="../media/image129.emf"/><Relationship Id="rId12" Type="http://schemas.openxmlformats.org/officeDocument/2006/relationships/image" Target="../media/image134.emf"/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emf"/><Relationship Id="rId11" Type="http://schemas.openxmlformats.org/officeDocument/2006/relationships/image" Target="../media/image133.emf"/><Relationship Id="rId5" Type="http://schemas.openxmlformats.org/officeDocument/2006/relationships/image" Target="../media/image127.emf"/><Relationship Id="rId15" Type="http://schemas.openxmlformats.org/officeDocument/2006/relationships/image" Target="../media/image137.emf"/><Relationship Id="rId10" Type="http://schemas.openxmlformats.org/officeDocument/2006/relationships/image" Target="../media/image132.emf"/><Relationship Id="rId4" Type="http://schemas.openxmlformats.org/officeDocument/2006/relationships/image" Target="../media/image126.emf"/><Relationship Id="rId9" Type="http://schemas.openxmlformats.org/officeDocument/2006/relationships/image" Target="../media/image131.emf"/><Relationship Id="rId14" Type="http://schemas.openxmlformats.org/officeDocument/2006/relationships/image" Target="../media/image13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3" Type="http://schemas.openxmlformats.org/officeDocument/2006/relationships/image" Target="../media/image139.emf"/><Relationship Id="rId7" Type="http://schemas.openxmlformats.org/officeDocument/2006/relationships/image" Target="../media/image143.emf"/><Relationship Id="rId12" Type="http://schemas.openxmlformats.org/officeDocument/2006/relationships/image" Target="../media/image148.emf"/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emf"/><Relationship Id="rId11" Type="http://schemas.openxmlformats.org/officeDocument/2006/relationships/image" Target="../media/image147.emf"/><Relationship Id="rId5" Type="http://schemas.openxmlformats.org/officeDocument/2006/relationships/image" Target="../media/image141.emf"/><Relationship Id="rId10" Type="http://schemas.openxmlformats.org/officeDocument/2006/relationships/image" Target="../media/image146.emf"/><Relationship Id="rId4" Type="http://schemas.openxmlformats.org/officeDocument/2006/relationships/image" Target="../media/image140.emf"/><Relationship Id="rId9" Type="http://schemas.openxmlformats.org/officeDocument/2006/relationships/image" Target="../media/image14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13" Type="http://schemas.openxmlformats.org/officeDocument/2006/relationships/image" Target="../media/image160.emf"/><Relationship Id="rId3" Type="http://schemas.openxmlformats.org/officeDocument/2006/relationships/image" Target="../media/image150.emf"/><Relationship Id="rId7" Type="http://schemas.openxmlformats.org/officeDocument/2006/relationships/image" Target="../media/image154.emf"/><Relationship Id="rId12" Type="http://schemas.openxmlformats.org/officeDocument/2006/relationships/image" Target="../media/image159.emf"/><Relationship Id="rId17" Type="http://schemas.openxmlformats.org/officeDocument/2006/relationships/image" Target="../media/image164.emf"/><Relationship Id="rId2" Type="http://schemas.openxmlformats.org/officeDocument/2006/relationships/image" Target="../media/image149.emf"/><Relationship Id="rId16" Type="http://schemas.openxmlformats.org/officeDocument/2006/relationships/image" Target="../media/image16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emf"/><Relationship Id="rId11" Type="http://schemas.openxmlformats.org/officeDocument/2006/relationships/image" Target="../media/image158.emf"/><Relationship Id="rId5" Type="http://schemas.openxmlformats.org/officeDocument/2006/relationships/image" Target="../media/image152.emf"/><Relationship Id="rId15" Type="http://schemas.openxmlformats.org/officeDocument/2006/relationships/image" Target="../media/image162.emf"/><Relationship Id="rId10" Type="http://schemas.openxmlformats.org/officeDocument/2006/relationships/image" Target="../media/image157.emf"/><Relationship Id="rId4" Type="http://schemas.openxmlformats.org/officeDocument/2006/relationships/image" Target="../media/image151.emf"/><Relationship Id="rId9" Type="http://schemas.openxmlformats.org/officeDocument/2006/relationships/image" Target="../media/image156.emf"/><Relationship Id="rId14" Type="http://schemas.openxmlformats.org/officeDocument/2006/relationships/image" Target="../media/image16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emf"/><Relationship Id="rId13" Type="http://schemas.openxmlformats.org/officeDocument/2006/relationships/image" Target="../media/image176.emf"/><Relationship Id="rId18" Type="http://schemas.openxmlformats.org/officeDocument/2006/relationships/image" Target="../media/image181.emf"/><Relationship Id="rId3" Type="http://schemas.openxmlformats.org/officeDocument/2006/relationships/image" Target="../media/image166.emf"/><Relationship Id="rId21" Type="http://schemas.openxmlformats.org/officeDocument/2006/relationships/image" Target="../media/image184.emf"/><Relationship Id="rId7" Type="http://schemas.openxmlformats.org/officeDocument/2006/relationships/image" Target="../media/image170.emf"/><Relationship Id="rId12" Type="http://schemas.openxmlformats.org/officeDocument/2006/relationships/image" Target="../media/image175.emf"/><Relationship Id="rId17" Type="http://schemas.openxmlformats.org/officeDocument/2006/relationships/image" Target="../media/image180.emf"/><Relationship Id="rId2" Type="http://schemas.openxmlformats.org/officeDocument/2006/relationships/image" Target="../media/image165.emf"/><Relationship Id="rId16" Type="http://schemas.openxmlformats.org/officeDocument/2006/relationships/image" Target="../media/image179.emf"/><Relationship Id="rId20" Type="http://schemas.openxmlformats.org/officeDocument/2006/relationships/image" Target="../media/image18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emf"/><Relationship Id="rId11" Type="http://schemas.openxmlformats.org/officeDocument/2006/relationships/image" Target="../media/image174.emf"/><Relationship Id="rId5" Type="http://schemas.openxmlformats.org/officeDocument/2006/relationships/image" Target="../media/image168.emf"/><Relationship Id="rId15" Type="http://schemas.openxmlformats.org/officeDocument/2006/relationships/image" Target="../media/image178.emf"/><Relationship Id="rId23" Type="http://schemas.openxmlformats.org/officeDocument/2006/relationships/image" Target="../media/image186.emf"/><Relationship Id="rId10" Type="http://schemas.openxmlformats.org/officeDocument/2006/relationships/image" Target="../media/image173.emf"/><Relationship Id="rId19" Type="http://schemas.openxmlformats.org/officeDocument/2006/relationships/image" Target="../media/image182.emf"/><Relationship Id="rId4" Type="http://schemas.openxmlformats.org/officeDocument/2006/relationships/image" Target="../media/image167.emf"/><Relationship Id="rId9" Type="http://schemas.openxmlformats.org/officeDocument/2006/relationships/image" Target="../media/image172.emf"/><Relationship Id="rId14" Type="http://schemas.openxmlformats.org/officeDocument/2006/relationships/image" Target="../media/image177.emf"/><Relationship Id="rId22" Type="http://schemas.openxmlformats.org/officeDocument/2006/relationships/image" Target="../media/image18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emf"/><Relationship Id="rId3" Type="http://schemas.openxmlformats.org/officeDocument/2006/relationships/image" Target="../media/image188.emf"/><Relationship Id="rId7" Type="http://schemas.openxmlformats.org/officeDocument/2006/relationships/image" Target="../media/image192.emf"/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emf"/><Relationship Id="rId5" Type="http://schemas.openxmlformats.org/officeDocument/2006/relationships/image" Target="../media/image190.emf"/><Relationship Id="rId4" Type="http://schemas.openxmlformats.org/officeDocument/2006/relationships/image" Target="../media/image18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emf"/><Relationship Id="rId7" Type="http://schemas.openxmlformats.org/officeDocument/2006/relationships/image" Target="../media/image199.emf"/><Relationship Id="rId2" Type="http://schemas.openxmlformats.org/officeDocument/2006/relationships/image" Target="../media/image19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emf"/><Relationship Id="rId5" Type="http://schemas.openxmlformats.org/officeDocument/2006/relationships/image" Target="../media/image197.emf"/><Relationship Id="rId4" Type="http://schemas.openxmlformats.org/officeDocument/2006/relationships/image" Target="../media/image196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emf"/><Relationship Id="rId3" Type="http://schemas.openxmlformats.org/officeDocument/2006/relationships/image" Target="../media/image201.emf"/><Relationship Id="rId7" Type="http://schemas.openxmlformats.org/officeDocument/2006/relationships/image" Target="../media/image205.emf"/><Relationship Id="rId2" Type="http://schemas.openxmlformats.org/officeDocument/2006/relationships/image" Target="../media/image20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emf"/><Relationship Id="rId5" Type="http://schemas.openxmlformats.org/officeDocument/2006/relationships/image" Target="../media/image203.emf"/><Relationship Id="rId4" Type="http://schemas.openxmlformats.org/officeDocument/2006/relationships/image" Target="../media/image202.emf"/><Relationship Id="rId9" Type="http://schemas.openxmlformats.org/officeDocument/2006/relationships/image" Target="../media/image20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13" Type="http://schemas.openxmlformats.org/officeDocument/2006/relationships/image" Target="../media/image219.emf"/><Relationship Id="rId18" Type="http://schemas.openxmlformats.org/officeDocument/2006/relationships/image" Target="../media/image224.emf"/><Relationship Id="rId3" Type="http://schemas.openxmlformats.org/officeDocument/2006/relationships/image" Target="../media/image209.emf"/><Relationship Id="rId7" Type="http://schemas.openxmlformats.org/officeDocument/2006/relationships/image" Target="../media/image213.emf"/><Relationship Id="rId12" Type="http://schemas.openxmlformats.org/officeDocument/2006/relationships/image" Target="../media/image218.emf"/><Relationship Id="rId17" Type="http://schemas.openxmlformats.org/officeDocument/2006/relationships/image" Target="../media/image223.emf"/><Relationship Id="rId2" Type="http://schemas.openxmlformats.org/officeDocument/2006/relationships/image" Target="../media/image208.emf"/><Relationship Id="rId16" Type="http://schemas.openxmlformats.org/officeDocument/2006/relationships/image" Target="../media/image2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emf"/><Relationship Id="rId11" Type="http://schemas.openxmlformats.org/officeDocument/2006/relationships/image" Target="../media/image217.emf"/><Relationship Id="rId5" Type="http://schemas.openxmlformats.org/officeDocument/2006/relationships/image" Target="../media/image211.emf"/><Relationship Id="rId15" Type="http://schemas.openxmlformats.org/officeDocument/2006/relationships/image" Target="../media/image221.emf"/><Relationship Id="rId10" Type="http://schemas.openxmlformats.org/officeDocument/2006/relationships/image" Target="../media/image216.emf"/><Relationship Id="rId19" Type="http://schemas.openxmlformats.org/officeDocument/2006/relationships/image" Target="../media/image225.emf"/><Relationship Id="rId4" Type="http://schemas.openxmlformats.org/officeDocument/2006/relationships/image" Target="../media/image210.emf"/><Relationship Id="rId9" Type="http://schemas.openxmlformats.org/officeDocument/2006/relationships/image" Target="../media/image215.emf"/><Relationship Id="rId14" Type="http://schemas.openxmlformats.org/officeDocument/2006/relationships/image" Target="../media/image22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emf"/><Relationship Id="rId7" Type="http://schemas.openxmlformats.org/officeDocument/2006/relationships/image" Target="../media/image231.emf"/><Relationship Id="rId2" Type="http://schemas.openxmlformats.org/officeDocument/2006/relationships/image" Target="../media/image2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emf"/><Relationship Id="rId5" Type="http://schemas.openxmlformats.org/officeDocument/2006/relationships/image" Target="../media/image229.emf"/><Relationship Id="rId4" Type="http://schemas.openxmlformats.org/officeDocument/2006/relationships/image" Target="../media/image22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emf"/><Relationship Id="rId7" Type="http://schemas.openxmlformats.org/officeDocument/2006/relationships/image" Target="../media/image237.emf"/><Relationship Id="rId2" Type="http://schemas.openxmlformats.org/officeDocument/2006/relationships/image" Target="../media/image2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emf"/><Relationship Id="rId5" Type="http://schemas.openxmlformats.org/officeDocument/2006/relationships/image" Target="../media/image235.emf"/><Relationship Id="rId4" Type="http://schemas.openxmlformats.org/officeDocument/2006/relationships/image" Target="../media/image23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emf"/><Relationship Id="rId7" Type="http://schemas.openxmlformats.org/officeDocument/2006/relationships/image" Target="../media/image243.emf"/><Relationship Id="rId2" Type="http://schemas.openxmlformats.org/officeDocument/2006/relationships/image" Target="../media/image2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.emf"/><Relationship Id="rId5" Type="http://schemas.openxmlformats.org/officeDocument/2006/relationships/image" Target="../media/image241.emf"/><Relationship Id="rId4" Type="http://schemas.openxmlformats.org/officeDocument/2006/relationships/image" Target="../media/image24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emf"/><Relationship Id="rId7" Type="http://schemas.openxmlformats.org/officeDocument/2006/relationships/image" Target="../media/image249.emf"/><Relationship Id="rId2" Type="http://schemas.openxmlformats.org/officeDocument/2006/relationships/image" Target="../media/image2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emf"/><Relationship Id="rId5" Type="http://schemas.openxmlformats.org/officeDocument/2006/relationships/image" Target="../media/image247.emf"/><Relationship Id="rId4" Type="http://schemas.openxmlformats.org/officeDocument/2006/relationships/image" Target="../media/image24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emf"/><Relationship Id="rId7" Type="http://schemas.openxmlformats.org/officeDocument/2006/relationships/image" Target="../media/image255.emf"/><Relationship Id="rId2" Type="http://schemas.openxmlformats.org/officeDocument/2006/relationships/image" Target="../media/image2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4.emf"/><Relationship Id="rId5" Type="http://schemas.openxmlformats.org/officeDocument/2006/relationships/image" Target="../media/image253.emf"/><Relationship Id="rId4" Type="http://schemas.openxmlformats.org/officeDocument/2006/relationships/image" Target="../media/image25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emf"/><Relationship Id="rId7" Type="http://schemas.openxmlformats.org/officeDocument/2006/relationships/image" Target="../media/image261.emf"/><Relationship Id="rId2" Type="http://schemas.openxmlformats.org/officeDocument/2006/relationships/image" Target="../media/image2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emf"/><Relationship Id="rId5" Type="http://schemas.openxmlformats.org/officeDocument/2006/relationships/image" Target="../media/image259.emf"/><Relationship Id="rId4" Type="http://schemas.openxmlformats.org/officeDocument/2006/relationships/image" Target="../media/image25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emf"/><Relationship Id="rId7" Type="http://schemas.openxmlformats.org/officeDocument/2006/relationships/image" Target="../media/image267.emf"/><Relationship Id="rId2" Type="http://schemas.openxmlformats.org/officeDocument/2006/relationships/image" Target="../media/image26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.emf"/><Relationship Id="rId5" Type="http://schemas.openxmlformats.org/officeDocument/2006/relationships/image" Target="../media/image265.emf"/><Relationship Id="rId4" Type="http://schemas.openxmlformats.org/officeDocument/2006/relationships/image" Target="../media/image26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emf"/><Relationship Id="rId7" Type="http://schemas.openxmlformats.org/officeDocument/2006/relationships/image" Target="../media/image273.emf"/><Relationship Id="rId2" Type="http://schemas.openxmlformats.org/officeDocument/2006/relationships/image" Target="../media/image26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emf"/><Relationship Id="rId5" Type="http://schemas.openxmlformats.org/officeDocument/2006/relationships/image" Target="../media/image271.emf"/><Relationship Id="rId4" Type="http://schemas.openxmlformats.org/officeDocument/2006/relationships/image" Target="../media/image27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emf"/><Relationship Id="rId2" Type="http://schemas.openxmlformats.org/officeDocument/2006/relationships/image" Target="../media/image27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emf"/><Relationship Id="rId3" Type="http://schemas.openxmlformats.org/officeDocument/2006/relationships/image" Target="../media/image278.emf"/><Relationship Id="rId7" Type="http://schemas.openxmlformats.org/officeDocument/2006/relationships/image" Target="../media/image282.emf"/><Relationship Id="rId2" Type="http://schemas.openxmlformats.org/officeDocument/2006/relationships/image" Target="../media/image27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emf"/><Relationship Id="rId5" Type="http://schemas.openxmlformats.org/officeDocument/2006/relationships/image" Target="../media/image280.emf"/><Relationship Id="rId4" Type="http://schemas.openxmlformats.org/officeDocument/2006/relationships/image" Target="../media/image279.emf"/><Relationship Id="rId9" Type="http://schemas.openxmlformats.org/officeDocument/2006/relationships/image" Target="../media/image28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emf"/><Relationship Id="rId3" Type="http://schemas.openxmlformats.org/officeDocument/2006/relationships/image" Target="../media/image286.emf"/><Relationship Id="rId7" Type="http://schemas.openxmlformats.org/officeDocument/2006/relationships/image" Target="../media/image290.emf"/><Relationship Id="rId2" Type="http://schemas.openxmlformats.org/officeDocument/2006/relationships/image" Target="../media/image28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9.emf"/><Relationship Id="rId5" Type="http://schemas.openxmlformats.org/officeDocument/2006/relationships/image" Target="../media/image288.emf"/><Relationship Id="rId4" Type="http://schemas.openxmlformats.org/officeDocument/2006/relationships/image" Target="../media/image287.emf"/><Relationship Id="rId9" Type="http://schemas.openxmlformats.org/officeDocument/2006/relationships/image" Target="../media/image292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emf"/><Relationship Id="rId3" Type="http://schemas.openxmlformats.org/officeDocument/2006/relationships/image" Target="../media/image294.emf"/><Relationship Id="rId7" Type="http://schemas.openxmlformats.org/officeDocument/2006/relationships/image" Target="../media/image298.emf"/><Relationship Id="rId2" Type="http://schemas.openxmlformats.org/officeDocument/2006/relationships/image" Target="../media/image29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7.emf"/><Relationship Id="rId5" Type="http://schemas.openxmlformats.org/officeDocument/2006/relationships/image" Target="../media/image296.emf"/><Relationship Id="rId4" Type="http://schemas.openxmlformats.org/officeDocument/2006/relationships/image" Target="../media/image295.emf"/><Relationship Id="rId9" Type="http://schemas.openxmlformats.org/officeDocument/2006/relationships/image" Target="../media/image300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emf"/><Relationship Id="rId3" Type="http://schemas.openxmlformats.org/officeDocument/2006/relationships/image" Target="../media/image302.emf"/><Relationship Id="rId7" Type="http://schemas.openxmlformats.org/officeDocument/2006/relationships/image" Target="../media/image306.emf"/><Relationship Id="rId2" Type="http://schemas.openxmlformats.org/officeDocument/2006/relationships/image" Target="../media/image30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5.emf"/><Relationship Id="rId5" Type="http://schemas.openxmlformats.org/officeDocument/2006/relationships/image" Target="../media/image304.emf"/><Relationship Id="rId4" Type="http://schemas.openxmlformats.org/officeDocument/2006/relationships/image" Target="../media/image303.emf"/><Relationship Id="rId9" Type="http://schemas.openxmlformats.org/officeDocument/2006/relationships/image" Target="../media/image308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emf"/><Relationship Id="rId3" Type="http://schemas.openxmlformats.org/officeDocument/2006/relationships/image" Target="../media/image310.emf"/><Relationship Id="rId7" Type="http://schemas.openxmlformats.org/officeDocument/2006/relationships/image" Target="../media/image314.emf"/><Relationship Id="rId2" Type="http://schemas.openxmlformats.org/officeDocument/2006/relationships/image" Target="../media/image30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emf"/><Relationship Id="rId5" Type="http://schemas.openxmlformats.org/officeDocument/2006/relationships/image" Target="../media/image312.emf"/><Relationship Id="rId4" Type="http://schemas.openxmlformats.org/officeDocument/2006/relationships/image" Target="../media/image311.emf"/><Relationship Id="rId9" Type="http://schemas.openxmlformats.org/officeDocument/2006/relationships/image" Target="../media/image316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emf"/><Relationship Id="rId3" Type="http://schemas.openxmlformats.org/officeDocument/2006/relationships/image" Target="../media/image318.emf"/><Relationship Id="rId7" Type="http://schemas.openxmlformats.org/officeDocument/2006/relationships/image" Target="../media/image322.emf"/><Relationship Id="rId2" Type="http://schemas.openxmlformats.org/officeDocument/2006/relationships/image" Target="../media/image3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1.emf"/><Relationship Id="rId5" Type="http://schemas.openxmlformats.org/officeDocument/2006/relationships/image" Target="../media/image320.emf"/><Relationship Id="rId4" Type="http://schemas.openxmlformats.org/officeDocument/2006/relationships/image" Target="../media/image319.emf"/><Relationship Id="rId9" Type="http://schemas.openxmlformats.org/officeDocument/2006/relationships/image" Target="../media/image32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emf"/><Relationship Id="rId2" Type="http://schemas.openxmlformats.org/officeDocument/2006/relationships/image" Target="../media/image3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8.emf"/><Relationship Id="rId4" Type="http://schemas.openxmlformats.org/officeDocument/2006/relationships/image" Target="../media/image327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emf"/><Relationship Id="rId2" Type="http://schemas.openxmlformats.org/officeDocument/2006/relationships/image" Target="../media/image3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2.emf"/><Relationship Id="rId4" Type="http://schemas.openxmlformats.org/officeDocument/2006/relationships/image" Target="../media/image33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emf"/><Relationship Id="rId2" Type="http://schemas.openxmlformats.org/officeDocument/2006/relationships/image" Target="../media/image33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6.emf"/><Relationship Id="rId4" Type="http://schemas.openxmlformats.org/officeDocument/2006/relationships/image" Target="../media/image335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emf"/><Relationship Id="rId3" Type="http://schemas.openxmlformats.org/officeDocument/2006/relationships/image" Target="../media/image338.emf"/><Relationship Id="rId7" Type="http://schemas.openxmlformats.org/officeDocument/2006/relationships/image" Target="../media/image342.emf"/><Relationship Id="rId2" Type="http://schemas.openxmlformats.org/officeDocument/2006/relationships/image" Target="../media/image3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1.emf"/><Relationship Id="rId5" Type="http://schemas.openxmlformats.org/officeDocument/2006/relationships/image" Target="../media/image340.emf"/><Relationship Id="rId4" Type="http://schemas.openxmlformats.org/officeDocument/2006/relationships/image" Target="../media/image339.emf"/><Relationship Id="rId9" Type="http://schemas.openxmlformats.org/officeDocument/2006/relationships/image" Target="../media/image344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emf"/><Relationship Id="rId3" Type="http://schemas.openxmlformats.org/officeDocument/2006/relationships/image" Target="../media/image346.emf"/><Relationship Id="rId7" Type="http://schemas.openxmlformats.org/officeDocument/2006/relationships/image" Target="../media/image350.emf"/><Relationship Id="rId2" Type="http://schemas.openxmlformats.org/officeDocument/2006/relationships/image" Target="../media/image34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9.emf"/><Relationship Id="rId5" Type="http://schemas.openxmlformats.org/officeDocument/2006/relationships/image" Target="../media/image348.emf"/><Relationship Id="rId4" Type="http://schemas.openxmlformats.org/officeDocument/2006/relationships/image" Target="../media/image347.emf"/><Relationship Id="rId9" Type="http://schemas.openxmlformats.org/officeDocument/2006/relationships/image" Target="../media/image352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emf"/><Relationship Id="rId3" Type="http://schemas.openxmlformats.org/officeDocument/2006/relationships/image" Target="../media/image354.emf"/><Relationship Id="rId7" Type="http://schemas.openxmlformats.org/officeDocument/2006/relationships/image" Target="../media/image358.emf"/><Relationship Id="rId2" Type="http://schemas.openxmlformats.org/officeDocument/2006/relationships/image" Target="../media/image35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7.emf"/><Relationship Id="rId5" Type="http://schemas.openxmlformats.org/officeDocument/2006/relationships/image" Target="../media/image356.emf"/><Relationship Id="rId4" Type="http://schemas.openxmlformats.org/officeDocument/2006/relationships/image" Target="../media/image355.emf"/><Relationship Id="rId9" Type="http://schemas.openxmlformats.org/officeDocument/2006/relationships/image" Target="../media/image36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emf"/><Relationship Id="rId2" Type="http://schemas.openxmlformats.org/officeDocument/2006/relationships/image" Target="../media/image361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emf"/><Relationship Id="rId2" Type="http://schemas.openxmlformats.org/officeDocument/2006/relationships/image" Target="../media/image363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emf"/><Relationship Id="rId2" Type="http://schemas.openxmlformats.org/officeDocument/2006/relationships/image" Target="../media/image365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7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8C86600-2B42-7C47-B436-28023E8B2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Octubre 2023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5FD6D4F-74F4-A74D-B274-4857BF99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5331B6-F392-6D4F-ABAF-3D3FDB731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67" y="314546"/>
            <a:ext cx="1055664" cy="2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7BE459F-59E5-D948-9F94-284A97E99BE5}"/>
              </a:ext>
            </a:extLst>
          </p:cNvPr>
          <p:cNvSpPr/>
          <p:nvPr/>
        </p:nvSpPr>
        <p:spPr>
          <a:xfrm>
            <a:off x="8420556" y="3765666"/>
            <a:ext cx="3390444" cy="28013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91B6610-9820-044F-91B8-6B985E82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rgbClr val="006EFF"/>
                </a:solidFill>
              </a:rPr>
              <a:t>Paleta de color corporativa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08042C2-E103-924D-A881-72D790B00DFA}"/>
              </a:ext>
            </a:extLst>
          </p:cNvPr>
          <p:cNvSpPr/>
          <p:nvPr/>
        </p:nvSpPr>
        <p:spPr>
          <a:xfrm>
            <a:off x="461818" y="1022466"/>
            <a:ext cx="4568293" cy="5544589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3F6CEE"/>
              </a:solidFill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B2F3136-5A6A-3E48-BCB6-879CA8C32725}"/>
              </a:ext>
            </a:extLst>
          </p:cNvPr>
          <p:cNvSpPr/>
          <p:nvPr/>
        </p:nvSpPr>
        <p:spPr>
          <a:xfrm>
            <a:off x="5030112" y="1022466"/>
            <a:ext cx="3390444" cy="28013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2E53B5AB-10FD-4E47-BE13-71B793AA79B5}"/>
              </a:ext>
            </a:extLst>
          </p:cNvPr>
          <p:cNvSpPr/>
          <p:nvPr/>
        </p:nvSpPr>
        <p:spPr>
          <a:xfrm>
            <a:off x="8420556" y="1022466"/>
            <a:ext cx="3390444" cy="2801389"/>
          </a:xfrm>
          <a:prstGeom prst="rect">
            <a:avLst/>
          </a:prstGeom>
          <a:solidFill>
            <a:srgbClr val="48B6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739441-F5A1-1544-9C87-9FBA02F1E086}"/>
              </a:ext>
            </a:extLst>
          </p:cNvPr>
          <p:cNvSpPr txBox="1"/>
          <p:nvPr/>
        </p:nvSpPr>
        <p:spPr>
          <a:xfrm>
            <a:off x="8535155" y="4903067"/>
            <a:ext cx="2809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accent4"/>
                </a:solidFill>
              </a:rPr>
              <a:t>Amarillo alegre</a:t>
            </a:r>
          </a:p>
          <a:p>
            <a:r>
              <a:rPr lang="es-CO" sz="1600" dirty="0">
                <a:solidFill>
                  <a:schemeClr val="accent4"/>
                </a:solidFill>
              </a:rPr>
              <a:t>RGB  227  232  41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E138717-06E4-7B41-A8B8-BACCF186C83D}"/>
              </a:ext>
            </a:extLst>
          </p:cNvPr>
          <p:cNvSpPr txBox="1"/>
          <p:nvPr/>
        </p:nvSpPr>
        <p:spPr>
          <a:xfrm>
            <a:off x="834295" y="3531467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</a:rPr>
              <a:t>Azul SURA</a:t>
            </a:r>
          </a:p>
          <a:p>
            <a:r>
              <a:rPr lang="es-CO" sz="1600" dirty="0">
                <a:solidFill>
                  <a:schemeClr val="bg1"/>
                </a:solidFill>
              </a:rPr>
              <a:t>RGB  45  109  246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D57B72-BA4F-0842-886B-E9C2F0DFA36B}"/>
              </a:ext>
            </a:extLst>
          </p:cNvPr>
          <p:cNvSpPr txBox="1"/>
          <p:nvPr/>
        </p:nvSpPr>
        <p:spPr>
          <a:xfrm>
            <a:off x="5312121" y="2101678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</a:rPr>
              <a:t>Aqua SURA</a:t>
            </a:r>
          </a:p>
          <a:p>
            <a:r>
              <a:rPr lang="es-CO" sz="1600" dirty="0">
                <a:solidFill>
                  <a:schemeClr val="bg1"/>
                </a:solidFill>
              </a:rPr>
              <a:t>RGB  0  51  160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222FE53-2CF8-8340-B85B-4322350E3C86}"/>
              </a:ext>
            </a:extLst>
          </p:cNvPr>
          <p:cNvSpPr txBox="1"/>
          <p:nvPr/>
        </p:nvSpPr>
        <p:spPr>
          <a:xfrm>
            <a:off x="5312121" y="4903067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</a:rPr>
              <a:t>Blanco</a:t>
            </a:r>
          </a:p>
          <a:p>
            <a:r>
              <a:rPr lang="es-CO" sz="1600" dirty="0">
                <a:solidFill>
                  <a:schemeClr val="bg1"/>
                </a:solidFill>
              </a:rPr>
              <a:t>RGB  255  255  255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10B779-459B-434F-9E9F-553F13E2DBE1}"/>
              </a:ext>
            </a:extLst>
          </p:cNvPr>
          <p:cNvSpPr txBox="1"/>
          <p:nvPr/>
        </p:nvSpPr>
        <p:spPr>
          <a:xfrm>
            <a:off x="8702565" y="2103106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</a:rPr>
              <a:t>Aqua</a:t>
            </a:r>
          </a:p>
          <a:p>
            <a:r>
              <a:rPr lang="es-CO" sz="1600" dirty="0">
                <a:solidFill>
                  <a:schemeClr val="bg1"/>
                </a:solidFill>
              </a:rPr>
              <a:t>RGB  0  174  199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3664BEB-2BD4-FE4F-80FA-BBE0773F6F25}"/>
              </a:ext>
            </a:extLst>
          </p:cNvPr>
          <p:cNvSpPr txBox="1"/>
          <p:nvPr/>
        </p:nvSpPr>
        <p:spPr>
          <a:xfrm>
            <a:off x="5312121" y="4928293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accent4"/>
                </a:solidFill>
              </a:rPr>
              <a:t>Blanco</a:t>
            </a:r>
          </a:p>
          <a:p>
            <a:r>
              <a:rPr lang="es-CO" sz="1600" dirty="0">
                <a:solidFill>
                  <a:schemeClr val="accent4"/>
                </a:solidFill>
              </a:rPr>
              <a:t>RGB  255  255  255</a:t>
            </a:r>
          </a:p>
        </p:txBody>
      </p:sp>
    </p:spTree>
    <p:extLst>
      <p:ext uri="{BB962C8B-B14F-4D97-AF65-F5344CB8AC3E}">
        <p14:creationId xmlns:p14="http://schemas.microsoft.com/office/powerpoint/2010/main" val="8202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91B6610-9820-044F-91B8-6B985E82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Paleta complementaria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ABC6B2-8ED5-BB4A-8596-11669BD62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589" y="2574847"/>
            <a:ext cx="9157645" cy="170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71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91B6610-9820-044F-91B8-6B985E82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Paleta complementaria fondos digitales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33620DC-BBB5-C340-AE0E-3319BC94D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589" y="2574847"/>
            <a:ext cx="9157645" cy="170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1">
            <a:extLst>
              <a:ext uri="{FF2B5EF4-FFF2-40B4-BE49-F238E27FC236}">
                <a16:creationId xmlns:a16="http://schemas.microsoft.com/office/drawing/2014/main" id="{BB2BBDE6-63C6-F447-9DD9-A3C76E0CC3D6}"/>
              </a:ext>
            </a:extLst>
          </p:cNvPr>
          <p:cNvSpPr/>
          <p:nvPr/>
        </p:nvSpPr>
        <p:spPr>
          <a:xfrm>
            <a:off x="6028268" y="1075174"/>
            <a:ext cx="3835400" cy="5544589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3F6CEE"/>
              </a:solidFill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91B6610-9820-044F-91B8-6B985E82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365126"/>
            <a:ext cx="2194553" cy="478936"/>
          </a:xfrm>
        </p:spPr>
        <p:txBody>
          <a:bodyPr>
            <a:normAutofit/>
          </a:bodyPr>
          <a:lstStyle/>
          <a:p>
            <a:r>
              <a:rPr lang="es-CO" dirty="0"/>
              <a:t>Descriptores</a:t>
            </a:r>
          </a:p>
        </p:txBody>
      </p:sp>
      <p:sp>
        <p:nvSpPr>
          <p:cNvPr id="4" name="Título 5">
            <a:extLst>
              <a:ext uri="{FF2B5EF4-FFF2-40B4-BE49-F238E27FC236}">
                <a16:creationId xmlns:a16="http://schemas.microsoft.com/office/drawing/2014/main" id="{0BAD192E-07E2-7A4E-89C1-57E4B9C4EBD2}"/>
              </a:ext>
            </a:extLst>
          </p:cNvPr>
          <p:cNvSpPr txBox="1">
            <a:spLocks/>
          </p:cNvSpPr>
          <p:nvPr/>
        </p:nvSpPr>
        <p:spPr>
          <a:xfrm>
            <a:off x="377825" y="746504"/>
            <a:ext cx="2466975" cy="328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3F6CEE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CO" sz="1600" b="0" dirty="0">
                <a:solidFill>
                  <a:srgbClr val="26318C"/>
                </a:solidFill>
              </a:rPr>
              <a:t>Negocio personas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D7AC80C-AE2F-3242-8D16-F41C1EB8A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929" y="1962075"/>
            <a:ext cx="549376" cy="2369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1A6524-D7E7-9040-9B59-666F86A00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929" y="2681782"/>
            <a:ext cx="1055664" cy="2369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87BE036-03FC-0040-A1EE-2768635BE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929" y="3562809"/>
            <a:ext cx="813293" cy="23698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9766E89-7312-964D-8740-8DCB51072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6929" y="4443836"/>
            <a:ext cx="1228017" cy="2369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F41B75B-2F25-CB46-91B1-866645ED2A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929" y="5324863"/>
            <a:ext cx="1211859" cy="23698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A8AC539-17E0-9748-AB00-5C38609667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241" y="2681782"/>
            <a:ext cx="1055664" cy="23698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F50039F-835D-C742-A01A-5C507FC36D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3241" y="1962075"/>
            <a:ext cx="549376" cy="23698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DFCCDCD-91F4-9A48-B6A5-3D7AD44E68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3241" y="3562809"/>
            <a:ext cx="813293" cy="23698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A62BE4A-CE7F-F644-9E1D-F43D9F78AE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3241" y="4443836"/>
            <a:ext cx="1228017" cy="2369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B737120-36A1-5047-B766-9FCBF7D7DE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241" y="5324863"/>
            <a:ext cx="1211859" cy="2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1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1">
            <a:extLst>
              <a:ext uri="{FF2B5EF4-FFF2-40B4-BE49-F238E27FC236}">
                <a16:creationId xmlns:a16="http://schemas.microsoft.com/office/drawing/2014/main" id="{BB2BBDE6-63C6-F447-9DD9-A3C76E0CC3D6}"/>
              </a:ext>
            </a:extLst>
          </p:cNvPr>
          <p:cNvSpPr/>
          <p:nvPr/>
        </p:nvSpPr>
        <p:spPr>
          <a:xfrm>
            <a:off x="6028268" y="1075174"/>
            <a:ext cx="3835400" cy="5544589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3F6CEE"/>
              </a:solidFill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91B6610-9820-044F-91B8-6B985E82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365126"/>
            <a:ext cx="2194553" cy="478936"/>
          </a:xfrm>
        </p:spPr>
        <p:txBody>
          <a:bodyPr>
            <a:normAutofit/>
          </a:bodyPr>
          <a:lstStyle/>
          <a:p>
            <a:r>
              <a:rPr lang="es-CO" dirty="0"/>
              <a:t>Descriptores</a:t>
            </a:r>
          </a:p>
        </p:txBody>
      </p:sp>
      <p:sp>
        <p:nvSpPr>
          <p:cNvPr id="4" name="Título 5">
            <a:extLst>
              <a:ext uri="{FF2B5EF4-FFF2-40B4-BE49-F238E27FC236}">
                <a16:creationId xmlns:a16="http://schemas.microsoft.com/office/drawing/2014/main" id="{0BAD192E-07E2-7A4E-89C1-57E4B9C4EBD2}"/>
              </a:ext>
            </a:extLst>
          </p:cNvPr>
          <p:cNvSpPr txBox="1">
            <a:spLocks/>
          </p:cNvSpPr>
          <p:nvPr/>
        </p:nvSpPr>
        <p:spPr>
          <a:xfrm>
            <a:off x="377825" y="746504"/>
            <a:ext cx="2263775" cy="328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3F6CEE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CO" sz="1600" b="0" dirty="0">
                <a:solidFill>
                  <a:srgbClr val="26318C"/>
                </a:solidFill>
              </a:rPr>
              <a:t>Negocio empresas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F06BB5-A7F2-F246-BD25-100702E4C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067" y="2120168"/>
            <a:ext cx="570921" cy="236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3112E-783A-724E-8631-E90F2BF13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67" y="2666280"/>
            <a:ext cx="452427" cy="236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7E2A0-2BE4-734D-83DF-3FF14F1D9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067" y="3325823"/>
            <a:ext cx="597850" cy="236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FE9F97-7290-3F46-893B-C66FCC761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067" y="3969477"/>
            <a:ext cx="630166" cy="2369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1EB627-43D7-7040-B180-161A18E5A9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2067" y="4630065"/>
            <a:ext cx="1109525" cy="2369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7C415E-A47C-A748-BF5E-BDAC6CF1C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2067" y="5324863"/>
            <a:ext cx="2202890" cy="236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95E227-2C42-DA44-A5DD-49039DBCEA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8821" y="2120168"/>
            <a:ext cx="570921" cy="2369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F7596E-5062-7C46-AF75-79B2336946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8069" y="2665235"/>
            <a:ext cx="452427" cy="2369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FF7334-E9BA-244B-8C42-8F392A1C0B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8069" y="3325823"/>
            <a:ext cx="597850" cy="2369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79468C-EFDD-BC49-A60A-D7EFCEB798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8069" y="3969477"/>
            <a:ext cx="630166" cy="2369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EE4218-0A33-674E-BDE5-249107D905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8069" y="4630065"/>
            <a:ext cx="1109525" cy="2369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B9CBA6-0AC5-3C41-98E2-6EB06A4143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8069" y="5322603"/>
            <a:ext cx="2202890" cy="2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2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98A75-4EBD-0348-A1FE-5319F305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navegación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92ACA-2012-0443-9C04-A8C926B0F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390" y="5467924"/>
            <a:ext cx="520700" cy="69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96933E-92CA-E249-B8A9-8549BEC5B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259" y="5582224"/>
            <a:ext cx="558800" cy="58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6C95A6-8DCA-4E4B-885A-466338B2C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179" y="5633024"/>
            <a:ext cx="584200" cy="48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02B56-2A7F-324E-B526-416FD5E63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673" y="4493646"/>
            <a:ext cx="635000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F86085-4CB0-A34F-9470-E30B948B2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7359" y="4544446"/>
            <a:ext cx="635000" cy="48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B340D9-55BA-6640-912F-6BA670380F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34" y="4557146"/>
            <a:ext cx="762000" cy="48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DBBF56-AF06-4A41-89BD-59FF40719D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881" y="4493646"/>
            <a:ext cx="558800" cy="673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7BAFFA-931A-DC48-89F7-65D53FF160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8812" y="4493646"/>
            <a:ext cx="736600" cy="55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FBBD98-92D3-454C-BF91-B8C6BEB784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4219" y="4569846"/>
            <a:ext cx="635000" cy="48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7C634E-61DC-EA45-AE16-5194CFE42F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7590" y="4493646"/>
            <a:ext cx="5715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80B3A5-A5C1-CD4B-98BB-DC8516B993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8052" y="4544446"/>
            <a:ext cx="571500" cy="584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A3F2AF-E98D-5E4A-8ECF-C2DF048177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79573" y="3421856"/>
            <a:ext cx="673100" cy="647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441E34-9D72-E24E-B3A1-CC47E4CA6D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43131" y="1453374"/>
            <a:ext cx="711200" cy="533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1C3FD8-2C9F-CB47-A8AF-24BE641D06D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52990" y="4557146"/>
            <a:ext cx="571500" cy="571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81891D-6BCF-1845-9030-BCFC7B208E3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48111" y="2367966"/>
            <a:ext cx="558800" cy="571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0EA8CF-0F67-9446-AA8B-03C40F45EFE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21812" y="3396456"/>
            <a:ext cx="482600" cy="635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BAAFF7-34BC-B546-BA58-58ABF33C2EF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5602" y="3467100"/>
            <a:ext cx="5080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9FD01DA-CCC1-854A-8369-27294ECB9E9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72879" y="3396456"/>
            <a:ext cx="584200" cy="698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91F60A-74A9-A044-B0E9-26194D28B23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90793" y="3590907"/>
            <a:ext cx="533400" cy="127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478CF0-456E-0B4E-A714-5E27DA58B68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44662" y="3485681"/>
            <a:ext cx="127000" cy="533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73D0C5-45C5-C841-B874-7E97955DAE8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00601" y="3555206"/>
            <a:ext cx="558800" cy="381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4D5E20-D6FB-9940-B0E5-B1D6D35BCED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52990" y="3530600"/>
            <a:ext cx="495300" cy="4953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147B030-01CC-BD47-B322-BA7F4216554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36152" y="3523869"/>
            <a:ext cx="533400" cy="533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BC745C-8E30-CA44-9203-7B3BE89FAE4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22268" y="2387016"/>
            <a:ext cx="584200" cy="533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5D7256F-D3A5-AC45-80B3-46940ED86A9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32299" y="2533650"/>
            <a:ext cx="635000" cy="6477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2E49BA7-5E85-EE4C-A63E-49AF9A7420A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72004" y="2508250"/>
            <a:ext cx="584200" cy="584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57413B-58BC-1F4C-80C1-A20D9ADA95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72879" y="2505466"/>
            <a:ext cx="571500" cy="571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F8090D7-A327-E945-870C-0F94CB08AB8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24866" y="2435225"/>
            <a:ext cx="635000" cy="660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31F98B0-9D7B-454C-8169-1B4D4C8B386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20094" y="2508591"/>
            <a:ext cx="571500" cy="5842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BD77E22-435B-1E45-AD60-85F0B8E861B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92658" y="2467432"/>
            <a:ext cx="685800" cy="5334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2C6C09-582D-BB43-8F39-640A016F72E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67359" y="1425829"/>
            <a:ext cx="584200" cy="4953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911EB02-3BBC-6146-86FE-84F7F384731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38812" y="1427974"/>
            <a:ext cx="685800" cy="5588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184EA09-77DC-264A-9288-F8038B6A341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091751" y="1353587"/>
            <a:ext cx="406400" cy="635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0D5B095-5CA3-264F-8406-713DC0E4697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76893" y="1443849"/>
            <a:ext cx="546100" cy="558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7AE78FA-894E-1D4E-87CB-4976822E17B8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18405" y="1425829"/>
            <a:ext cx="457200" cy="5715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8BD65722-8926-9949-A56B-AED880BCEDA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608540" y="1437210"/>
            <a:ext cx="609600" cy="4064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9A86A720-781F-9E49-B88F-A9D4893FED48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333575" y="1363112"/>
            <a:ext cx="546100" cy="5207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D4B62F79-0542-E344-BCD3-815C873F29F3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72652" y="1322910"/>
            <a:ext cx="596900" cy="6350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C72664E-03C3-0748-ACB8-C0554433D548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35602" y="2416632"/>
            <a:ext cx="5588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63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98A75-4EBD-0348-A1FE-5319F305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salud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F2F30-B09D-3949-807D-DDC8E563B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24" y="5190083"/>
            <a:ext cx="533400" cy="685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C536D07-12B8-8A4E-A9CF-8C4A25284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012" y="5272533"/>
            <a:ext cx="469900" cy="609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4A335ED-D07F-FE4F-A955-C63971BCB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691" y="5289434"/>
            <a:ext cx="558800" cy="673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12165CE-B11F-3C42-B6D9-1F81BA8DF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857" y="3776325"/>
            <a:ext cx="609600" cy="60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CD5B680-FCB9-CE42-B0D3-F1695EAB6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716" y="3852525"/>
            <a:ext cx="622300" cy="6223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1ED38C2-E9D3-B94F-B321-A9DAC1CA4E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2510" y="3947775"/>
            <a:ext cx="660400" cy="660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E63F2F9-0D16-2A4F-AF76-3C420F44E4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12" y="3987078"/>
            <a:ext cx="647700" cy="660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8DC7118-7907-5841-A563-124F3E1F11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1562" y="4163675"/>
            <a:ext cx="685800" cy="4445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1D34C77-9593-E544-A225-A1AB130F18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8724" y="3952714"/>
            <a:ext cx="685800" cy="685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906A8C9-B298-D448-A03D-92B61EC73D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7471" y="4023975"/>
            <a:ext cx="622300" cy="5842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9D39B3D-A494-9A47-A5D7-32B1285167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6691" y="4089284"/>
            <a:ext cx="431800" cy="5461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99AB0C5-907B-2749-8F29-975E5660E3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3312" y="2733198"/>
            <a:ext cx="723900" cy="685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50B9D10-617C-EF46-AFE4-29E514ED8F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8710" y="2764259"/>
            <a:ext cx="508000" cy="660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702FFF6-19C7-284B-BB0C-4F07924350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1216" y="2863792"/>
            <a:ext cx="749300" cy="482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376C204-03C5-F241-BE22-BE8086EDE4E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18926" y="2702205"/>
            <a:ext cx="482600" cy="711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EF39F2F-CCE9-054F-A298-3C54E3146CA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81562" y="2727605"/>
            <a:ext cx="736600" cy="6858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0F0725F-C0A3-9040-85E1-FA97500A3DE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54586" y="2755900"/>
            <a:ext cx="584200" cy="6604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2C351F7-EAF9-A74E-B36F-E2F47B228EE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94260" y="2775417"/>
            <a:ext cx="596900" cy="6731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A1F4D9-5E79-134A-A546-45D7B61E913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51112" y="2800350"/>
            <a:ext cx="635000" cy="7112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9AF05DD-E52C-B64C-83BB-565162C0E71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60668" y="1802635"/>
            <a:ext cx="571500" cy="5969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F80FA34-0834-5342-B196-3458ADA743E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05707" y="1802635"/>
            <a:ext cx="419100" cy="660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B89B347-D14D-F344-A49C-EDBAC27812A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86660" y="1774883"/>
            <a:ext cx="292100" cy="6604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B48AE4C-7773-2341-A7FB-FCC8BB309F1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27762" y="1784221"/>
            <a:ext cx="635000" cy="660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8796D7E-25C6-1C44-AA80-A1202D8DB53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48237" y="1708022"/>
            <a:ext cx="660400" cy="6985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9E4C1AA-172F-1042-87A1-8544394DFB5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95724" y="1802635"/>
            <a:ext cx="558800" cy="4572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2BB779B-B1C6-9449-88A9-1755720F1D3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684462" y="1691959"/>
            <a:ext cx="635000" cy="508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CA0BAA0-55F7-C44F-BEE3-38DC513461B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16841" y="1568508"/>
            <a:ext cx="5715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7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98A75-4EBD-0348-A1FE-5319F305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movilidad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5C3234-A88C-B448-B410-4D8976FD3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099" y="4972743"/>
            <a:ext cx="736600" cy="50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4FA2FC-E2A4-D24F-A04C-80586AC52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465" y="5116022"/>
            <a:ext cx="685800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EAF1F4-62C0-3D43-B837-AE8E8718D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932" y="5048943"/>
            <a:ext cx="558800" cy="43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5F60C7-1362-F845-9A89-9531D0B45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0295" y="5116022"/>
            <a:ext cx="660400" cy="406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1F54D4-43DA-5A45-8DF3-F959E60BA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7558" y="5027122"/>
            <a:ext cx="698500" cy="49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38DCD7-361E-574F-9558-725C9000B4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9921" y="5071572"/>
            <a:ext cx="5334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A61583-A5D9-BB49-9275-976D0560A8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8899" y="3865072"/>
            <a:ext cx="660400" cy="546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6C584F-FEB5-334B-A8E9-A9FD4A63D8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1328" y="3797186"/>
            <a:ext cx="609600" cy="63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364424-EACC-EC4E-B774-11C9A73FF6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3899" y="3769822"/>
            <a:ext cx="635000" cy="660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294397-7D4A-BA45-8B91-17B365215D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1587" y="3844954"/>
            <a:ext cx="609600" cy="635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E2480B-EED4-B64C-945A-42464DDF02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8099" y="3846022"/>
            <a:ext cx="685800" cy="584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0B51B7-0371-9C47-9448-D5B2608E83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42195" y="3865072"/>
            <a:ext cx="736600" cy="546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29C49B-2474-E048-BF19-50B3A14B21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8358" y="3865072"/>
            <a:ext cx="685800" cy="6223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C89312-F340-EF42-8B4C-8FD769D092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78321" y="3992072"/>
            <a:ext cx="762000" cy="495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B4C376-0A87-F64B-8B73-693EC43BB0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76474" y="2838335"/>
            <a:ext cx="6604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D5896D-C558-4049-A76A-89F90DC170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5533" y="2798792"/>
            <a:ext cx="635000" cy="5207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94688B-647D-6445-9A0A-81E5AE81B6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0462" y="2787708"/>
            <a:ext cx="774700" cy="469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FED8EFF-7B01-644E-B51D-FC6826E6CDD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48996" y="2733733"/>
            <a:ext cx="622300" cy="6223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8F79C6-2DC4-8745-9DC9-4F303F357B8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99569" y="2763924"/>
            <a:ext cx="749300" cy="596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67A8325-21E6-2F4F-9E91-751E9ADF55A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11886" y="2757574"/>
            <a:ext cx="609600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77BCBCE-07F5-7549-B4B9-7D3D8634F45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98358" y="2766522"/>
            <a:ext cx="635000" cy="635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4D9F12B-7716-6146-B601-1C9AD0DCAEF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616421" y="2760172"/>
            <a:ext cx="660400" cy="647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4D24D90-7A6B-B840-ADE7-1D0D70AFB8C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91482" y="1839249"/>
            <a:ext cx="685800" cy="6223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6E53382-84DA-B942-8B95-C59F06A715D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63089" y="1914698"/>
            <a:ext cx="736600" cy="406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8A05598-5E48-124A-9E74-D5C81B16FFD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23899" y="1813849"/>
            <a:ext cx="635000" cy="6477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CDED0C0-072C-C544-B8BB-1EC6EA0593F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46812" y="1812983"/>
            <a:ext cx="762000" cy="4953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B0B2F49-E1B4-CB44-A543-AA5AD2F2211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07519" y="1640494"/>
            <a:ext cx="533400" cy="6350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3259249-C312-484A-B3E4-94F537AEA3F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53221" y="1863898"/>
            <a:ext cx="787400" cy="457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6F563E6-BD57-3146-B890-9642D5B34C8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98358" y="1764896"/>
            <a:ext cx="685800" cy="5842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2214EB2-E5E9-9748-9CF0-907FA5F866A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16421" y="1729394"/>
            <a:ext cx="6858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42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176BF-B04B-B54F-BD66-E16A37E5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accesibilidad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E5B21-05C7-404C-8A4F-35EA3C6B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0" y="5302482"/>
            <a:ext cx="6985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DEB7AE-A3FA-4F42-A441-B99DE92B7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268" y="5213582"/>
            <a:ext cx="698500" cy="58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AB86F-DDC6-FF4F-B8BB-641A1919E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822" y="4095520"/>
            <a:ext cx="635000" cy="59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FFA801-145C-624D-BE7C-EE633442A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662" y="4147763"/>
            <a:ext cx="635000" cy="596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BAE065-2BFF-E54C-A56A-47FDC0290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950" y="4120516"/>
            <a:ext cx="571500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B2B178-E71E-2345-8614-5754CE548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8868" y="4076470"/>
            <a:ext cx="482600" cy="63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392314-01A7-3447-A892-CAEB0709FA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5822" y="3044176"/>
            <a:ext cx="800100" cy="57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92077C-C919-B047-B047-F6EE33798A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4412" y="3066184"/>
            <a:ext cx="520700" cy="520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3A74FF-3726-0442-A9A4-AC093B027C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6500" y="3018733"/>
            <a:ext cx="660400" cy="660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190952-C4C6-2546-87BF-E2D03370D3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8868" y="3053658"/>
            <a:ext cx="520700" cy="520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70778E-AAB9-9D4A-98E1-D3B3589F25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50122" y="1993179"/>
            <a:ext cx="635000" cy="635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6B5333-8D0D-F447-AB6E-2EB706144C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62662" y="1983554"/>
            <a:ext cx="635000" cy="43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2A4CF5-B3FA-9941-A508-6B51FF5BD0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60950" y="1955050"/>
            <a:ext cx="571500" cy="546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202FE9-5D39-004F-8C47-1BEF354F2E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8868" y="192965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176BF-B04B-B54F-BD66-E16A37E5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financieros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DE6E0A-9D56-C742-9CB8-9408F8F3F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950" y="4635732"/>
            <a:ext cx="673100" cy="609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E4CE0E-C1F6-2F43-942A-83C645DD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176" y="4597632"/>
            <a:ext cx="647700" cy="685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B60811-A2CC-F642-B693-7E0EF6C66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652" y="4572232"/>
            <a:ext cx="596900" cy="711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F9F7FE2-1A2D-9645-AA09-988E43541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292" y="3314816"/>
            <a:ext cx="698500" cy="660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A75A98-0461-5D4D-8C27-7857564C8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697" y="3327516"/>
            <a:ext cx="698500" cy="6223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BA4940F-B25F-8C45-91D1-435762ADDF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876" y="3340216"/>
            <a:ext cx="635000" cy="609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054421-9188-1940-AA90-38B69320E6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1633" y="3384724"/>
            <a:ext cx="596900" cy="584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7E13B9-A6BA-0646-B247-9AD33B3873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9792" y="2178166"/>
            <a:ext cx="571500" cy="660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63C43B-3294-624B-A750-F7128F6010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7047" y="2178166"/>
            <a:ext cx="520700" cy="6477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9BA802-0FAA-9D40-9680-4831EF4934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6409" y="2105025"/>
            <a:ext cx="635000" cy="647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3850BA-C946-3847-A4CC-7B9DACA2ED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9883" y="2222616"/>
            <a:ext cx="6604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1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176BF-B04B-B54F-BD66-E16A37E5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flechas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B6AD078-CAF9-C747-9E53-549D1D69C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209" y="5060421"/>
            <a:ext cx="486626" cy="4866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6E624F1-D41B-A843-A7F3-192B76A9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822" y="2859032"/>
            <a:ext cx="410294" cy="52479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926108F-CD5F-4249-81B6-ACD7984E5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541" y="2868574"/>
            <a:ext cx="410294" cy="52479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596CA35-B20E-DA4B-AE95-11A6D4F53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633" y="4072613"/>
            <a:ext cx="524794" cy="3053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4ACDDAD-D689-344F-B4CF-253D7EB44E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981" y="3963166"/>
            <a:ext cx="429376" cy="47708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7D05301-218B-5747-B4AA-4C1AE5298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4904" y="4051106"/>
            <a:ext cx="639294" cy="45800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0E45228-3377-BF4F-8E33-365C56F2C5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9460" y="4036794"/>
            <a:ext cx="486626" cy="48662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9ECA53C-F2AE-7D44-A0F1-DE4C53F0BA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2365" y="2812153"/>
            <a:ext cx="562960" cy="5534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39B6EAE-2B2C-A349-BD96-603ACBC93D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0049" y="2883714"/>
            <a:ext cx="515252" cy="41983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D40FDD4-DAE5-764B-8E83-73663C7AD2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4810" y="2878116"/>
            <a:ext cx="410294" cy="41029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96F4EB7-EB99-0042-8556-A5981E52B7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9615" y="3870150"/>
            <a:ext cx="448459" cy="54387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6AFF9D0-D697-314F-B806-507B5F6A9B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1954" y="1913954"/>
            <a:ext cx="467543" cy="46754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183C2ED-B83E-DF41-B395-BEE52F1A04A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2759" y="1875317"/>
            <a:ext cx="381668" cy="47708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8E53101-781A-3349-9C4E-C5D608D44D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53487" y="1859796"/>
            <a:ext cx="372126" cy="40075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8F9240B-2849-5B41-BC06-9611ADB5BE6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2073" y="1838148"/>
            <a:ext cx="295793" cy="40075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B3F7749-E1A6-3D4A-BC71-3D64406E304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98792" y="1859796"/>
            <a:ext cx="295793" cy="40075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161922B-CA2D-FA4A-8B07-BCCC6A48A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427776" y="5060421"/>
            <a:ext cx="486626" cy="48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2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176BF-B04B-B54F-BD66-E16A37E5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personas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FB1F1-1ECA-824D-9AD5-AA1F716A0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573" y="5398832"/>
            <a:ext cx="596900" cy="72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022FEC-8534-CC42-9117-50FF98849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393" y="4024989"/>
            <a:ext cx="5207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08CACC-78F8-3744-8A3A-6A9D1D87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521" y="4000489"/>
            <a:ext cx="558800" cy="64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92FEBD-E57D-8646-8E0F-7FDA0FC46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433" y="4024989"/>
            <a:ext cx="520700" cy="67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AD5BB-07C4-8F46-998A-618FB986B9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921" y="2055962"/>
            <a:ext cx="762000" cy="71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3CE837-F561-1449-82C1-434B9AA7A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6263" y="4012289"/>
            <a:ext cx="635000" cy="698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E8C710-ABC8-D44C-8C60-58B2D86EB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5912" y="4071072"/>
            <a:ext cx="520700" cy="800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78C23B-4C3E-1C41-8752-ADCD04751F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5154" y="4216215"/>
            <a:ext cx="495300" cy="736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6D8867-1391-9A4F-AFBD-F94C7F127A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1426" y="4381859"/>
            <a:ext cx="673100" cy="596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700232-D8E8-0E4C-912C-A2B59C998D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683" y="3015706"/>
            <a:ext cx="546100" cy="71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9720CA-A141-D941-90DA-B0D6879581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0821" y="2990306"/>
            <a:ext cx="558800" cy="698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044C4E-5AFE-8E45-B438-CFD337C7181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5005" y="2990306"/>
            <a:ext cx="431800" cy="736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22F4AF-796F-384A-AE51-EEC106CA7F6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24433" y="3035300"/>
            <a:ext cx="635000" cy="660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540E09-A26A-4547-AF58-93137F009E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4812" y="3091906"/>
            <a:ext cx="431800" cy="635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A1DB23-3D98-774B-AADC-588E2DBCA8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09461" y="3035300"/>
            <a:ext cx="546100" cy="787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B67A62-7E66-BD49-820B-98EF5758029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35573" y="3111500"/>
            <a:ext cx="685800" cy="711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30B3765-8724-374B-923E-DBDB779C239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35233" y="1988642"/>
            <a:ext cx="635000" cy="7112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3EC560E-7DBC-4440-995A-4813D404579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2433" y="2052142"/>
            <a:ext cx="571500" cy="6477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A35E4C3-1A67-954C-AC4F-B4BDB57E1F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59540" y="1944011"/>
            <a:ext cx="635000" cy="7747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7A52CD8-858F-8D41-8751-5776DDA6377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64812" y="2046337"/>
            <a:ext cx="609600" cy="6731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CFDC820-0860-2A41-80BE-38489E79755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05380" y="1968685"/>
            <a:ext cx="584200" cy="6731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01CABA9-B282-2E41-B73F-FDC011E804D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94707" y="1912319"/>
            <a:ext cx="5969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17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B30D3-D172-5741-B00C-2ED1F7D50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animales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504EDC-9339-1942-B165-D6E10516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904" y="3017067"/>
            <a:ext cx="711200" cy="635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C8367D-D623-E149-A439-2FF2E8CEA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469" y="3097712"/>
            <a:ext cx="711200" cy="58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A456D-71BA-2548-A6A2-0D74279C4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196" y="3185614"/>
            <a:ext cx="52070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28DA30-EF3E-6242-90E0-AB5635D9A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861" y="3220720"/>
            <a:ext cx="749300" cy="46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3206B1-AA05-2441-9400-BDB99DEA2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226" y="3088459"/>
            <a:ext cx="698500" cy="54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948997-A0CB-1740-8B04-B827ACF83A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153" y="2964906"/>
            <a:ext cx="660400" cy="736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02E0A5-186D-B040-91EB-727A36709C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1852" y="3088459"/>
            <a:ext cx="7112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89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B30D3-D172-5741-B00C-2ED1F7D50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alertas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652C64-09DE-FC4E-A315-645352680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242" y="3120925"/>
            <a:ext cx="596900" cy="59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16FA64-A35C-A143-971A-F730AB444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166" y="3181350"/>
            <a:ext cx="774700" cy="49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1C47B9-9461-DF43-B1CA-85E84955A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898" y="3143250"/>
            <a:ext cx="647700" cy="571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ABF673-A9C6-3146-8E95-A428D5E72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617" y="3067050"/>
            <a:ext cx="660400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D4D4C5-6DD6-BB40-A997-F12BDC8AA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2602" y="3162300"/>
            <a:ext cx="787400" cy="546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16EEB3-F705-0746-BD55-234A1E733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4544" y="3145790"/>
            <a:ext cx="6985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417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B30D3-D172-5741-B00C-2ED1F7D50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manos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E315E1-54B6-EA46-98E2-674EFC49E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573" y="3896360"/>
            <a:ext cx="495300" cy="55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4DFEF9-5CF6-A941-ABFD-D9FCC98C3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31" y="3779520"/>
            <a:ext cx="571500" cy="660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524C40-8726-FF43-9615-2A0771284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689" y="3751217"/>
            <a:ext cx="749300" cy="685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C9BD8B-12A0-944D-91E6-BEEC28A3C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863" y="3881120"/>
            <a:ext cx="571500" cy="558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89CB13-186B-FA4A-B5BB-F7603389C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573" y="2515507"/>
            <a:ext cx="558800" cy="584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BEA2F5-3EC7-E24A-BB0A-C6EEE74B99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7131" y="2540181"/>
            <a:ext cx="660400" cy="660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5541CC-1682-364C-B7DF-D40CE7A401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371" y="2584631"/>
            <a:ext cx="571500" cy="571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F90B89-96AA-BC48-9123-ABFD92CEBE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2863" y="2578100"/>
            <a:ext cx="4572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99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4D218-537A-E143-8019-CF29582D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Íconos varios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AFA2BE-4407-7347-8369-C922D5C9C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042" y="4372972"/>
            <a:ext cx="508000" cy="584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37DADA-868A-3542-B612-44991A3FA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76" y="4376601"/>
            <a:ext cx="635000" cy="63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CBAF8-DD6B-AA43-8CCF-8BBCE3DA7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412" y="4233272"/>
            <a:ext cx="660400" cy="723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22F53B-3462-3C49-95AF-CD1173D80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458" y="4427401"/>
            <a:ext cx="685800" cy="58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BA2292-D57B-8F47-B7CC-5F2F3ED66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9235" y="4472396"/>
            <a:ext cx="660400" cy="55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BD9714-E52E-E44C-8C41-3B22518D6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7012" y="4472396"/>
            <a:ext cx="660400" cy="647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48B148-73FA-7A4C-AD60-24525FAF28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5042" y="3293382"/>
            <a:ext cx="584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12344-677A-FC45-ADE0-B98E3130D5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0474" y="3211830"/>
            <a:ext cx="5969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34486C-46F7-1845-85F8-113743DD4A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0112" y="3229882"/>
            <a:ext cx="6350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653E95-0075-2B4A-81D2-24A255CE70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207" y="3211830"/>
            <a:ext cx="457200" cy="609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4A46D2-3395-D14E-B109-6C16756F79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9235" y="3260725"/>
            <a:ext cx="482600" cy="609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FC6C01-D92D-3F44-A0F2-AC6D4303FB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5912" y="3336925"/>
            <a:ext cx="431800" cy="533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E3CCA0-D09C-A945-8D01-183E12CAE3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49642" y="2334895"/>
            <a:ext cx="698500" cy="622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7E06F0-AC99-4D4C-A9F9-7DB2A175DC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2359" y="2244997"/>
            <a:ext cx="660400" cy="635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5F87852-7E15-5A4F-A6E2-1BA162C4CF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67412" y="2247900"/>
            <a:ext cx="558800" cy="5842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08E4CCF-0F42-8349-A53B-F8CA227C835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38307" y="2228966"/>
            <a:ext cx="381000" cy="533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95721BF-5217-7948-B051-647224EBFC9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69235" y="2165466"/>
            <a:ext cx="584200" cy="6604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D13DF76-6023-0545-985B-C4CC101BEB1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67012" y="2165466"/>
            <a:ext cx="6096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87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B41B8-F8AF-8748-B541-35F8CF79E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1353662E-0BCD-B145-815C-EE02CB65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663" y="1405038"/>
            <a:ext cx="2719385" cy="1698423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B7611181-77D7-E549-AA25-A67D8C17C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032" y="4340200"/>
            <a:ext cx="2509467" cy="145988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15AC6626-2158-BC42-BEC6-E1E428B3E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68" y="4149366"/>
            <a:ext cx="1908340" cy="1841548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BC79E8BD-61FE-C246-A572-D1BEF1D74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924" y="4727660"/>
            <a:ext cx="2547633" cy="176521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DAB9B95F-DD15-3544-A216-4D405EABD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726" y="1483106"/>
            <a:ext cx="2385425" cy="15613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60DA3F-BB9A-014B-A25E-C0A5EA7CFB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0962" y="1454866"/>
            <a:ext cx="1984674" cy="203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13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CE35-A63D-3946-8AEC-75D17D1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9950139-9BE0-8147-9A3E-A27120AE9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676" y="4097908"/>
            <a:ext cx="1364463" cy="239496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1FCA9D7-90B4-3145-B340-B009FB099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119" y="3983162"/>
            <a:ext cx="820586" cy="245221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AD59EE9-84EB-7242-AAEF-7E56F68FB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701" y="4102433"/>
            <a:ext cx="2156424" cy="221367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7EDD0B0-69D8-A245-B142-D4C8B938F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080" y="1131376"/>
            <a:ext cx="916004" cy="245221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1884588-1870-7F48-92B1-74F671AE4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406" y="1091073"/>
            <a:ext cx="1822465" cy="24331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3F915EB-CDE5-5E42-A6F6-27B495A039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001" y="1425033"/>
            <a:ext cx="2213674" cy="176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16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CE35-A63D-3946-8AEC-75D17D1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986448-A873-3249-B1A7-76449219B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844" y="1397043"/>
            <a:ext cx="1446797" cy="17922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6F8A86-6FD0-A34E-A518-1119BAED5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506" y="1260634"/>
            <a:ext cx="989417" cy="1652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1923C0-A4A3-F847-AE15-C33168B44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136" y="1260634"/>
            <a:ext cx="2050282" cy="17491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8C12E6-0ED1-E449-9EB8-A9F43F034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456" y="3589484"/>
            <a:ext cx="1569971" cy="20502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8F3805-7832-3247-B305-39C429E13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555" y="3695045"/>
            <a:ext cx="1648112" cy="20644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437186-3601-2E4F-B1B0-763A0E77A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7953" y="3493161"/>
            <a:ext cx="1107909" cy="23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99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CE35-A63D-3946-8AEC-75D17D1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791DD9-9D8B-3042-B392-31A09133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370" y="1633903"/>
            <a:ext cx="1883444" cy="1564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B15A08-1761-C942-B2D5-9CC711DE9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58" y="1282916"/>
            <a:ext cx="1942097" cy="19812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A0F11C-5328-274B-BF24-20EF54BD3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679" y="3809447"/>
            <a:ext cx="1664825" cy="17655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E6E6A1-B29B-CD41-B984-81A943832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699" y="4363248"/>
            <a:ext cx="2523425" cy="1017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99C0E8-5D1B-D64C-B057-71448F705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4026" y="4359305"/>
            <a:ext cx="2566716" cy="11354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CA307E-9C5B-5B42-8ED1-95D3FE046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1587" y="1477496"/>
            <a:ext cx="1285648" cy="179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51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CE35-A63D-3946-8AEC-75D17D1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6336A5-3867-254A-989F-E8ACA09D4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594" y="2140922"/>
            <a:ext cx="2380049" cy="8244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8D9999-50B5-1241-9D44-68D3747E4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33" y="2019114"/>
            <a:ext cx="2437398" cy="881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081531-73C5-854E-84D6-735ED0962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210" y="4046128"/>
            <a:ext cx="2344205" cy="1426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EB5B15-1F97-F648-9EF0-47A61E633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54" y="1961703"/>
            <a:ext cx="2437398" cy="10036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BAA48D-2F9B-4842-B962-CE66F3831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666" y="3782463"/>
            <a:ext cx="1747770" cy="18129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A8BEE4-A87C-E64A-A057-1E1C956FEC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8950" y="3892662"/>
            <a:ext cx="2897206" cy="144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40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CE35-A63D-3946-8AEC-75D17D1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50270F-1253-9A43-A171-9A9A4B6B4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915" y="1875288"/>
            <a:ext cx="2222334" cy="13946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361CC0-94DE-CD46-8433-0D613E33D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533" y="1065801"/>
            <a:ext cx="860259" cy="26596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0E4F4A-7E80-474E-8467-6F04CE279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40" y="4561476"/>
            <a:ext cx="2862509" cy="9454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9490BE6-54A2-AF41-8854-EB77F89B8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189" y="4408872"/>
            <a:ext cx="2736338" cy="11197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F0F513-99B7-4341-AC00-BF4B5B3E7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754" y="1630600"/>
            <a:ext cx="1724071" cy="18840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4618E7-2E7A-2041-8966-D4B30A1968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9468" y="4512854"/>
            <a:ext cx="2189748" cy="104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09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CE35-A63D-3946-8AEC-75D17D1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03A3F3-D322-D64B-A4F5-01156B5F5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36" y="2079115"/>
            <a:ext cx="2940577" cy="8067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CCB6A0-3092-F047-B1FD-8AF9DC8A7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77" y="1143798"/>
            <a:ext cx="2394385" cy="1742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3E2BBB-DFBF-3244-B2D3-0A7F47BF8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081" y="1608583"/>
            <a:ext cx="1836641" cy="17477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7B1814-CCF6-EF41-8F27-7859AB65F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035" y="4078283"/>
            <a:ext cx="2744224" cy="1521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6B52B1-0D54-2242-A725-193CCF222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391" y="3457839"/>
            <a:ext cx="2163681" cy="22809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323935-AF3F-5546-9166-3CD6A8F40E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747" y="3885385"/>
            <a:ext cx="1801092" cy="190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67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CE35-A63D-3946-8AEC-75D17D1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AAC743-83A0-E944-B3C1-100621349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793" y="1371558"/>
            <a:ext cx="1244175" cy="2091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AF4AEE-BA63-424C-BC10-04A48C135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317" y="1752479"/>
            <a:ext cx="2020305" cy="13745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5E5BFA-65F5-374E-B9B5-23B942378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472" y="4138621"/>
            <a:ext cx="2044004" cy="13863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A589F0-AF17-8D4A-8A10-B2A44CE82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464" y="3966120"/>
            <a:ext cx="1825867" cy="15996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485A9E-727F-804A-892D-FABCD1FF8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581" y="3549029"/>
            <a:ext cx="1688525" cy="2156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E449EA-7082-7B49-88A5-F000F2CE18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4008" y="1309454"/>
            <a:ext cx="1583657" cy="206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55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9CE35-A63D-3946-8AEC-75D17D16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Pictogramas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57492D-579F-E040-9892-4918C2D67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436" y="1329028"/>
            <a:ext cx="1974685" cy="21441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81B630-F000-6F4F-B3E2-7A31566AD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590" y="1329028"/>
            <a:ext cx="1828050" cy="20932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DAAEEB-6940-4A44-906F-21388A219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013" y="4090169"/>
            <a:ext cx="1889962" cy="155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82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cuadrados y rectangulares (azul vivo)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06C5AB-5619-B246-BF22-0AFE38D87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522" y="4121092"/>
            <a:ext cx="1397000" cy="17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D770F1-EFDB-E349-B254-854EBC5A8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7812" y="4454616"/>
            <a:ext cx="2463800" cy="952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368566-7C73-734B-A146-288C8B78A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862" y="4341404"/>
            <a:ext cx="2463800" cy="1206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33EA26-606F-174C-86B0-73DB6BF1B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321" y="1663700"/>
            <a:ext cx="1828800" cy="1765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9DFC1FC-FF20-1A43-8BAE-134D39B9AD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4312" y="2228792"/>
            <a:ext cx="2463800" cy="952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D7A4079-F7EE-3447-BC91-C22C0301DF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1862" y="2178050"/>
            <a:ext cx="2463800" cy="1155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4558AF6-93B8-6E47-9671-0B0EE25D20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551" y="1784350"/>
            <a:ext cx="1397000" cy="17653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772573D-01C2-8F45-A558-3D38B4E551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651" y="4209992"/>
            <a:ext cx="18288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53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cuadrados y rectangulares (amarillo alegre)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83C5CB1-A92B-014E-ACE0-4F3C2B029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51" y="4209992"/>
            <a:ext cx="1828800" cy="17653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6025606-AC93-A648-9D2F-E10158398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0" y="1784350"/>
            <a:ext cx="1397000" cy="17653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A8D8D6-E084-C64F-B42A-8EDEF8257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962" y="2178050"/>
            <a:ext cx="2463800" cy="11557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1F535C9-8ED4-1544-821F-C708B4673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2724" y="2228879"/>
            <a:ext cx="2463800" cy="952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AC656DB-931D-C241-8F3D-5509AFAAF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321" y="1663700"/>
            <a:ext cx="1828800" cy="17653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4831984-B488-D348-999C-A276183807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0791" y="4121092"/>
            <a:ext cx="1397000" cy="17653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8541CB5-D32A-D44F-9002-7388E36BCC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8212" y="4362392"/>
            <a:ext cx="2463800" cy="12065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7E5029E-3A85-EB47-B6BE-6CAF2B704B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724" y="4527492"/>
            <a:ext cx="24638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53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cuadrados y rectangulares (azul Sura)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BCED6E-2B6F-C64C-B078-AA202BF9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471" y="1663700"/>
            <a:ext cx="1828800" cy="1765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FE3396-5B68-BF40-851E-013D0FAFF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0" y="1784350"/>
            <a:ext cx="1397000" cy="17653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585D994-6CF5-6844-9430-4D0064B45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812" y="2178050"/>
            <a:ext cx="2463800" cy="11557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A63F0E-120A-384F-8F75-DD61E0BD6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1812" y="2216179"/>
            <a:ext cx="2463800" cy="952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734D293-7A0B-9A46-A6F2-BD9D61E7A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230" y="4229042"/>
            <a:ext cx="1828800" cy="17653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5731FE6-2391-F244-9FB6-33CC2484E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0791" y="4121092"/>
            <a:ext cx="1397000" cy="1765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BD02631-450B-0A46-99BF-792FF0076A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1862" y="4362392"/>
            <a:ext cx="2463800" cy="12065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75CC6C9-1E8A-2141-98D1-D7D8C28BFD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724" y="4527492"/>
            <a:ext cx="24638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94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speech bubble (azul vivo)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1396CC-A7D8-FC4F-8439-151553379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252" y="4216400"/>
            <a:ext cx="2476500" cy="1435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179C857-788B-1742-A2A7-A999AF4A0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657" y="4197234"/>
            <a:ext cx="2476500" cy="1435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A88815-7D3D-DB41-AE2F-59A05270B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970" y="3922304"/>
            <a:ext cx="1384300" cy="2019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5AB3FD-0D5C-504E-A2B4-F7DE1A20E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980" y="3911484"/>
            <a:ext cx="1816100" cy="2006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CB633B6-1BD4-EF4D-8701-D913ABDF9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6662" y="1504950"/>
            <a:ext cx="1816100" cy="2006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9EC1672-2DB3-B64B-BE58-1D36B6EF91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77" y="1469266"/>
            <a:ext cx="1384300" cy="2019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9289A15-72B8-A146-A3CC-29931D5471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3020" y="1790881"/>
            <a:ext cx="2476500" cy="14351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08C9DB9-14E9-3943-A024-B8722F3998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177" y="1790700"/>
            <a:ext cx="24765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61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speech bubble (amarillo alegre)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622A78B-8427-B04C-8762-0F4FB952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871" y="1784350"/>
            <a:ext cx="2476500" cy="1435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4FEA8C-8295-CD4B-8F8C-5EE7479CA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77" y="1784350"/>
            <a:ext cx="2476500" cy="1435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A804A35-4571-974B-BBF7-B2B8317C3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1777" y="1492250"/>
            <a:ext cx="1384300" cy="2019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3B703CC-3432-D74F-A76C-424BDBED9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483" y="1504950"/>
            <a:ext cx="1816100" cy="2006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F38BEA-093F-F043-B7ED-BC8A8152C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277" y="3924300"/>
            <a:ext cx="1816100" cy="2006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33A9E69-F1CF-7A41-A7D2-A62B4AD913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5036" y="3930650"/>
            <a:ext cx="1384300" cy="2019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7AB471-F163-B74B-AF8D-4EFA052C0C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9527" y="4210050"/>
            <a:ext cx="2476500" cy="14351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61303CA-31C8-AD43-ACC0-77A3E4D45C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3218" y="4222750"/>
            <a:ext cx="24765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88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speech bubble (azul Sura)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93B50CD-3FC6-5E4F-8EA6-F4F0867BD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871" y="1784350"/>
            <a:ext cx="2476500" cy="1435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ECCA4CF-6330-5243-8B2B-2044897D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77" y="1765416"/>
            <a:ext cx="2476500" cy="14351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BDDCDB3-A125-594A-9172-F9F1A0CB5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1777" y="1466908"/>
            <a:ext cx="1384300" cy="20193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2ECFD6E-209B-CA44-A5C9-5E92F88D8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483" y="1486074"/>
            <a:ext cx="1816100" cy="2006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500053D-601A-BD40-BDBE-5104E8B221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289" y="3905366"/>
            <a:ext cx="1816100" cy="2006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A9A18D6-8EEE-D440-9CC6-708E8E1CC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8848" y="3917950"/>
            <a:ext cx="1384300" cy="20193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10A3693-38C5-2F4B-9F0C-ED94C5CC29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5715" y="4210050"/>
            <a:ext cx="2476500" cy="1435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CFA5B83-A5C9-834F-BE7C-3217EAC878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3218" y="4191116"/>
            <a:ext cx="24765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92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speech bubble doble (azul vivo)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D901C0-9308-354D-B920-0ED9FC78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762" y="2546350"/>
            <a:ext cx="1892300" cy="1854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3C8079-6DBE-BC4E-A358-203CA95A6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087" y="2495550"/>
            <a:ext cx="2489200" cy="1866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FB1AE6-CE4B-6849-916E-92161E155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637" y="2654300"/>
            <a:ext cx="2489200" cy="1600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933193-4C04-5F45-8319-B60BE0F57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62" y="2654300"/>
            <a:ext cx="18923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33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speech bubble doble (azul Sura)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48BF6B-3FA3-8A42-B774-798D6B97C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762" y="2679700"/>
            <a:ext cx="2489200" cy="16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C9AB94-2879-4148-ABB6-4E9B3861A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" y="2679700"/>
            <a:ext cx="1892300" cy="1600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D8B035-66A0-0E4D-964A-0657BB2B5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562" y="2546350"/>
            <a:ext cx="2489200" cy="1866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90FBAD-1FFF-2641-89F8-484CD4EBD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8762" y="2546350"/>
            <a:ext cx="18923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2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speech bubble doble (amarillo alegre)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50E678-8895-9449-AA6A-8E0F878C7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762" y="2679700"/>
            <a:ext cx="2489200" cy="1600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58B485-4813-514D-BFDB-3694CAD5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2" y="2673350"/>
            <a:ext cx="1892300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665520-5C34-3542-B8FC-DA3B5E3DE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912" y="2546350"/>
            <a:ext cx="2489200" cy="1866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8D9B97-54C7-A342-9F00-EE2B80920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8762" y="2540000"/>
            <a:ext cx="18923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15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triangulares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27594-C1AC-6942-BB22-40AC4E40E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203" y="1901372"/>
            <a:ext cx="1905000" cy="172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0A3993-ABA0-0F47-BFDC-C6537BB09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06" y="1938383"/>
            <a:ext cx="1498600" cy="172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E208AA-FF58-DA4D-8E05-9AF906A09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12" y="2091872"/>
            <a:ext cx="2336800" cy="134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228F4C-7168-494E-988E-618305640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0609" y="1901372"/>
            <a:ext cx="1905000" cy="163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A750C8-21F7-F743-9112-18DAF4AFE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203" y="3950970"/>
            <a:ext cx="1905000" cy="172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17E714-575A-0E46-B600-BEA43F3797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8506" y="3906520"/>
            <a:ext cx="1498600" cy="172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9A1B68-C031-8D43-B31D-9CEEC135C2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12" y="4243070"/>
            <a:ext cx="2336800" cy="1346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F1210E-96E1-6B4E-9DCA-A09D21A8DB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0609" y="3950970"/>
            <a:ext cx="19050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0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triangulares (azul Sura)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970A15-E37F-EE44-B394-69E6F9833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1676458"/>
            <a:ext cx="1905000" cy="172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64929B5-2B24-7141-9461-6AD5AB1CB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512" y="1612959"/>
            <a:ext cx="1498600" cy="1727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2135C0-5202-D84A-976F-FDA83D5EE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812" y="1908233"/>
            <a:ext cx="2336800" cy="1346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618B63B-3939-254B-9E8F-21ED0D7BB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612" y="1730376"/>
            <a:ext cx="1905000" cy="1638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AD8EB3-0856-E340-BF2A-B2465D5F0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312" y="4178300"/>
            <a:ext cx="1905000" cy="1727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00B578-3A9A-994D-9F40-EB87F421E2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3512" y="4178300"/>
            <a:ext cx="1498600" cy="172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8051EFD-331A-8E4B-851E-0EAF570CE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9812" y="4337050"/>
            <a:ext cx="2336800" cy="1346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F1FB2DC-443E-BE40-85D1-285B3BB3BD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4612" y="4140200"/>
            <a:ext cx="19050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43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triangulares (amarillo alegre)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E6C7D65-63DF-AA4F-9DBD-7938527C8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1676458"/>
            <a:ext cx="1905000" cy="17272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A4E4CFF-1D30-2B48-A71C-C9138F14D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512" y="1612959"/>
            <a:ext cx="1498600" cy="1727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E786315-C470-904F-A125-971FCA926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812" y="1901883"/>
            <a:ext cx="2336800" cy="13462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7408828-B8F2-2444-8C29-CABF72F3A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612" y="1730376"/>
            <a:ext cx="1905000" cy="16383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234AFFE-80D4-5F44-B424-4BA28D8C7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312" y="4178300"/>
            <a:ext cx="1905000" cy="17272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C23891A-212B-4041-A669-D828228D3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3512" y="4178300"/>
            <a:ext cx="1498600" cy="17272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5EF6F52-94A2-E84B-B455-EE088191D1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9812" y="4330700"/>
            <a:ext cx="2336800" cy="13462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CBA7AD-C9FD-AB40-B7DD-14186D71BF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4612" y="4140200"/>
            <a:ext cx="19050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04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romboides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8F15D-B537-024C-ADB6-37D418C9E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693" y="2489200"/>
            <a:ext cx="2171700" cy="187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2F5B67-DEA9-7941-9C42-61F2F1B38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707" y="2489200"/>
            <a:ext cx="26035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48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romboides (azul Sura)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48571E-BFA5-784B-96D6-C702C0265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362" y="2489200"/>
            <a:ext cx="2171700" cy="187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1F54AD-0E47-3F43-9B4D-91852C1AD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30" y="2489200"/>
            <a:ext cx="26035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78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12B97-4812-C945-A1A2-113F6E0C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Destacados romboides (amarillo alegre)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C65A2C-7DBB-0C43-8B4A-B21E3440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362" y="2489200"/>
            <a:ext cx="2171700" cy="187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526F4C-5C0F-1140-B0BB-BB84472DA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30" y="2489200"/>
            <a:ext cx="26035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86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DE6244-6637-CB4A-9ADC-A224338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1591" y="2786033"/>
            <a:ext cx="4788831" cy="854134"/>
          </a:xfrm>
        </p:spPr>
        <p:txBody>
          <a:bodyPr/>
          <a:lstStyle/>
          <a:p>
            <a:r>
              <a:rPr lang="es-CO" dirty="0">
                <a:solidFill>
                  <a:srgbClr val="3F6CEE"/>
                </a:solidFill>
              </a:rPr>
              <a:t>Gracias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4736CF-F271-634B-9B14-1E16395B78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61591" y="3623875"/>
            <a:ext cx="4788831" cy="743513"/>
          </a:xfrm>
        </p:spPr>
        <p:txBody>
          <a:bodyPr/>
          <a:lstStyle/>
          <a:p>
            <a:r>
              <a:rPr lang="es-ES" dirty="0"/>
              <a:t>Mes 2023 o Nombre del presentador</a:t>
            </a:r>
            <a:endParaRPr lang="es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FF003-A0F5-3046-AAC3-971E3ACB1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67" y="309319"/>
            <a:ext cx="1055664" cy="2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5371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SURA_Seguros Región">
      <a:dk1>
        <a:srgbClr val="0033A0"/>
      </a:dk1>
      <a:lt1>
        <a:srgbClr val="FFFFFF"/>
      </a:lt1>
      <a:dk2>
        <a:srgbClr val="00AEC7"/>
      </a:dk2>
      <a:lt2>
        <a:srgbClr val="4EC3E0"/>
      </a:lt2>
      <a:accent1>
        <a:srgbClr val="E3E829"/>
      </a:accent1>
      <a:accent2>
        <a:srgbClr val="0086D6"/>
      </a:accent2>
      <a:accent3>
        <a:srgbClr val="41B6E6"/>
      </a:accent3>
      <a:accent4>
        <a:srgbClr val="53565A"/>
      </a:accent4>
      <a:accent5>
        <a:srgbClr val="5B7F95"/>
      </a:accent5>
      <a:accent6>
        <a:srgbClr val="9CDBD9"/>
      </a:accent6>
      <a:hlink>
        <a:srgbClr val="003057"/>
      </a:hlink>
      <a:folHlink>
        <a:srgbClr val="00B2A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A0"/>
        </a:solidFill>
        <a:ln>
          <a:noFill/>
        </a:ln>
        <a:effectLst/>
      </a:spPr>
      <a:bodyPr anchor="ctr"/>
      <a:lstStyle>
        <a:defPPr algn="ctr" defTabSz="608853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190C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dirty="0" err="1" smtClean="0">
            <a:solidFill>
              <a:srgbClr val="686968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9" id="{35A7C1D9-85CB-7B41-B6FD-2F223B05BD8D}" vid="{32858985-74BE-E544-9056-91D43DE9C655}"/>
    </a:ext>
  </a:extLst>
</a:theme>
</file>

<file path=ppt/theme/theme2.xml><?xml version="1.0" encoding="utf-8"?>
<a:theme xmlns:a="http://schemas.openxmlformats.org/drawingml/2006/main" name="Interior blanco">
  <a:themeElements>
    <a:clrScheme name="SURA_Seguros Región">
      <a:dk1>
        <a:srgbClr val="0033A0"/>
      </a:dk1>
      <a:lt1>
        <a:srgbClr val="FFFFFF"/>
      </a:lt1>
      <a:dk2>
        <a:srgbClr val="00AEC7"/>
      </a:dk2>
      <a:lt2>
        <a:srgbClr val="4EC3E0"/>
      </a:lt2>
      <a:accent1>
        <a:srgbClr val="E3E829"/>
      </a:accent1>
      <a:accent2>
        <a:srgbClr val="0086D6"/>
      </a:accent2>
      <a:accent3>
        <a:srgbClr val="41B6E6"/>
      </a:accent3>
      <a:accent4>
        <a:srgbClr val="53565A"/>
      </a:accent4>
      <a:accent5>
        <a:srgbClr val="5B7F95"/>
      </a:accent5>
      <a:accent6>
        <a:srgbClr val="9CDBD9"/>
      </a:accent6>
      <a:hlink>
        <a:srgbClr val="003057"/>
      </a:hlink>
      <a:folHlink>
        <a:srgbClr val="00B2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35A7C1D9-85CB-7B41-B6FD-2F223B05BD8D}" vid="{7DB5CB5B-6021-9641-8345-357647950315}"/>
    </a:ext>
  </a:extLst>
</a:theme>
</file>

<file path=ppt/theme/theme3.xml><?xml version="1.0" encoding="utf-8"?>
<a:theme xmlns:a="http://schemas.openxmlformats.org/drawingml/2006/main" name="Cierres">
  <a:themeElements>
    <a:clrScheme name="SURA_Seguros Región">
      <a:dk1>
        <a:srgbClr val="0033A0"/>
      </a:dk1>
      <a:lt1>
        <a:srgbClr val="FFFFFF"/>
      </a:lt1>
      <a:dk2>
        <a:srgbClr val="00AEC7"/>
      </a:dk2>
      <a:lt2>
        <a:srgbClr val="4EC3E0"/>
      </a:lt2>
      <a:accent1>
        <a:srgbClr val="E3E829"/>
      </a:accent1>
      <a:accent2>
        <a:srgbClr val="0086D6"/>
      </a:accent2>
      <a:accent3>
        <a:srgbClr val="41B6E6"/>
      </a:accent3>
      <a:accent4>
        <a:srgbClr val="53565A"/>
      </a:accent4>
      <a:accent5>
        <a:srgbClr val="5B7F95"/>
      </a:accent5>
      <a:accent6>
        <a:srgbClr val="9CDBD9"/>
      </a:accent6>
      <a:hlink>
        <a:srgbClr val="003057"/>
      </a:hlink>
      <a:folHlink>
        <a:srgbClr val="00B2A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A0"/>
        </a:solidFill>
        <a:ln>
          <a:noFill/>
        </a:ln>
        <a:effectLst/>
      </a:spPr>
      <a:bodyPr anchor="ctr"/>
      <a:lstStyle>
        <a:defPPr algn="ctr" defTabSz="608853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190C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dirty="0" err="1" smtClean="0">
            <a:solidFill>
              <a:srgbClr val="686968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9" id="{35A7C1D9-85CB-7B41-B6FD-2F223B05BD8D}" vid="{C85BC8CB-19DB-D941-A660-DF006476C93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9FBBA46AC19348817B5BC081643387" ma:contentTypeVersion="17" ma:contentTypeDescription="Create a new document." ma:contentTypeScope="" ma:versionID="900319161558ba6f717caa5634efac7d">
  <xsd:schema xmlns:xsd="http://www.w3.org/2001/XMLSchema" xmlns:xs="http://www.w3.org/2001/XMLSchema" xmlns:p="http://schemas.microsoft.com/office/2006/metadata/properties" xmlns:ns2="08ac9d77-009a-49e6-a9d7-eef9ebed6725" xmlns:ns3="d879d69d-1294-4c97-8e26-44061ff02fa9" targetNamespace="http://schemas.microsoft.com/office/2006/metadata/properties" ma:root="true" ma:fieldsID="f30dae05ea44d5e9b341b89ecd0bebf3" ns2:_="" ns3:_="">
    <xsd:import namespace="08ac9d77-009a-49e6-a9d7-eef9ebed6725"/>
    <xsd:import namespace="d879d69d-1294-4c97-8e26-44061ff02f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_x0031_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c9d77-009a-49e6-a9d7-eef9ebed6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8ae7bf6-5ac9-4edb-a7e0-886d92fb71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0031_" ma:index="22" nillable="true" ma:displayName="1" ma:format="Dropdown" ma:internalName="_x0031_" ma:percentage="FALSE">
      <xsd:simpleType>
        <xsd:restriction base="dms:Number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79d69d-1294-4c97-8e26-44061ff02fa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7394930-6ce3-4b41-9840-311529fa1e0b}" ma:internalName="TaxCatchAll" ma:showField="CatchAllData" ma:web="d879d69d-1294-4c97-8e26-44061ff02f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879d69d-1294-4c97-8e26-44061ff02fa9" xsi:nil="true"/>
    <lcf76f155ced4ddcb4097134ff3c332f xmlns="08ac9d77-009a-49e6-a9d7-eef9ebed6725">
      <Terms xmlns="http://schemas.microsoft.com/office/infopath/2007/PartnerControls"/>
    </lcf76f155ced4ddcb4097134ff3c332f>
    <_x0031_ xmlns="08ac9d77-009a-49e6-a9d7-eef9ebed6725" xsi:nil="true"/>
  </documentManagement>
</p:properties>
</file>

<file path=customXml/itemProps1.xml><?xml version="1.0" encoding="utf-8"?>
<ds:datastoreItem xmlns:ds="http://schemas.openxmlformats.org/officeDocument/2006/customXml" ds:itemID="{476F780F-9948-4D0D-87EF-D7ACCA7ADE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ac9d77-009a-49e6-a9d7-eef9ebed6725"/>
    <ds:schemaRef ds:uri="d879d69d-1294-4c97-8e26-44061ff02f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6ADCFB-D8B6-4597-B750-4F782D11F82C}">
  <ds:schemaRefs>
    <ds:schemaRef ds:uri="http://schemas.microsoft.com/office/2006/metadata/properties"/>
    <ds:schemaRef ds:uri="08ac9d77-009a-49e6-a9d7-eef9ebed6725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d879d69d-1294-4c97-8e26-44061ff02fa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3c0bd4fe-1111-4d13-8e0c-7c33b9eb7581}" enabled="0" method="" siteId="{3c0bd4fe-1111-4d13-8e0c-7c33b9eb758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1_plantilla_INVESTMENT MANAGEMENT</Template>
  <TotalTime>6837</TotalTime>
  <Words>187</Words>
  <Application>Microsoft Office PowerPoint</Application>
  <PresentationFormat>Personalizado</PresentationFormat>
  <Paragraphs>58</Paragraphs>
  <Slides>42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42</vt:i4>
      </vt:variant>
    </vt:vector>
  </HeadingPairs>
  <TitlesOfParts>
    <vt:vector size="49" baseType="lpstr">
      <vt:lpstr>Arial</vt:lpstr>
      <vt:lpstr>Calibri</vt:lpstr>
      <vt:lpstr>Lucida Grande</vt:lpstr>
      <vt:lpstr>Wingdings</vt:lpstr>
      <vt:lpstr>Portadas</vt:lpstr>
      <vt:lpstr>Interior blanco</vt:lpstr>
      <vt:lpstr>Cierres</vt:lpstr>
      <vt:lpstr>Recursos</vt:lpstr>
      <vt:lpstr>Paleta de color corporativa</vt:lpstr>
      <vt:lpstr>Paleta complementaria</vt:lpstr>
      <vt:lpstr>Paleta complementaria fondos digitales</vt:lpstr>
      <vt:lpstr>Descriptores</vt:lpstr>
      <vt:lpstr>Descriptores</vt:lpstr>
      <vt:lpstr>Íconos navegación</vt:lpstr>
      <vt:lpstr>Íconos salud</vt:lpstr>
      <vt:lpstr>Íconos movilidad</vt:lpstr>
      <vt:lpstr>Íconos accesibilidad</vt:lpstr>
      <vt:lpstr>Íconos financieros</vt:lpstr>
      <vt:lpstr>Íconos flechas</vt:lpstr>
      <vt:lpstr>Íconos personas</vt:lpstr>
      <vt:lpstr>Íconos animales</vt:lpstr>
      <vt:lpstr>Íconos alertas</vt:lpstr>
      <vt:lpstr>Íconos manos</vt:lpstr>
      <vt:lpstr>Íconos varios</vt:lpstr>
      <vt:lpstr>Pictogramas</vt:lpstr>
      <vt:lpstr>Pictogramas</vt:lpstr>
      <vt:lpstr>Pictogramas</vt:lpstr>
      <vt:lpstr>Pictogramas</vt:lpstr>
      <vt:lpstr>Pictogramas</vt:lpstr>
      <vt:lpstr>Pictogramas</vt:lpstr>
      <vt:lpstr>Pictogramas</vt:lpstr>
      <vt:lpstr>Pictogramas</vt:lpstr>
      <vt:lpstr>Pictogramas</vt:lpstr>
      <vt:lpstr>Destacados cuadrados y rectangulares (azul vivo)</vt:lpstr>
      <vt:lpstr>Destacados cuadrados y rectangulares (amarillo alegre)</vt:lpstr>
      <vt:lpstr>Destacados cuadrados y rectangulares (azul Sura)</vt:lpstr>
      <vt:lpstr>Destacados speech bubble (azul vivo)</vt:lpstr>
      <vt:lpstr>Destacados speech bubble (amarillo alegre)</vt:lpstr>
      <vt:lpstr>Destacados speech bubble (azul Sura)</vt:lpstr>
      <vt:lpstr>Destacados speech bubble doble (azul vivo)</vt:lpstr>
      <vt:lpstr>Destacados speech bubble doble (azul Sura)</vt:lpstr>
      <vt:lpstr>Destacados speech bubble doble (amarillo alegre)</vt:lpstr>
      <vt:lpstr>Destacados triangulares</vt:lpstr>
      <vt:lpstr>Destacados triangulares (azul Sura)</vt:lpstr>
      <vt:lpstr>Destacados triangulares (amarillo alegre)</vt:lpstr>
      <vt:lpstr>Destacados romboides</vt:lpstr>
      <vt:lpstr>Destacados romboides (azul Sura)</vt:lpstr>
      <vt:lpstr>Destacados romboides (amarillo alegre)</vt:lpstr>
      <vt:lpstr>Gracias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Microsoft Office User</dc:creator>
  <cp:keywords/>
  <dc:description/>
  <cp:lastModifiedBy>Leandra Catalina Cardona Villa</cp:lastModifiedBy>
  <cp:revision>166</cp:revision>
  <dcterms:created xsi:type="dcterms:W3CDTF">2020-07-26T18:04:11Z</dcterms:created>
  <dcterms:modified xsi:type="dcterms:W3CDTF">2026-02-01T15:16:37Z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0x010100A89FBBA46AC19348817B5BC081643387</vt:lpwstr>
  </property>
  <property fmtid="{D5CDD505-2E9C-101B-9397-08002B2CF9AE}" pid="3" name="_Version">
    <vt:lpwstr/>
  </property>
  <property fmtid="{D5CDD505-2E9C-101B-9397-08002B2CF9AE}" pid="4" name="_Status">
    <vt:lpwstr>Not Started</vt:lpwstr>
  </property>
  <property fmtid="{D5CDD505-2E9C-101B-9397-08002B2CF9AE}" pid="5" name="MediaServiceImageTags">
    <vt:lpwstr/>
  </property>
</Properties>
</file>